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Default Extension="fntdata" ContentType="application/x-fontdata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4" r:id="rId1"/>
  </p:sldMasterIdLst>
  <p:notesMasterIdLst>
    <p:notesMasterId r:id="rId12"/>
  </p:notesMasterIdLst>
  <p:sldIdLst>
    <p:sldId id="256" r:id="rId2"/>
    <p:sldId id="324" r:id="rId3"/>
    <p:sldId id="326" r:id="rId4"/>
    <p:sldId id="327" r:id="rId5"/>
    <p:sldId id="259" r:id="rId6"/>
    <p:sldId id="328" r:id="rId7"/>
    <p:sldId id="329" r:id="rId8"/>
    <p:sldId id="325" r:id="rId9"/>
    <p:sldId id="309" r:id="rId10"/>
    <p:sldId id="275" r:id="rId11"/>
  </p:sldIdLst>
  <p:sldSz cx="9144000" cy="5143500" type="screen16x9"/>
  <p:notesSz cx="6858000" cy="9144000"/>
  <p:embeddedFontLst>
    <p:embeddedFont>
      <p:font typeface="Darker Grotesque" charset="0"/>
      <p:regular r:id="rId13"/>
      <p:bold r:id="rId14"/>
    </p:embeddedFont>
    <p:embeddedFont>
      <p:font typeface="Open Sans" charset="0"/>
      <p:regular r:id="rId15"/>
      <p:bold r:id="rId16"/>
      <p:italic r:id="rId17"/>
      <p:boldItalic r:id="rId18"/>
    </p:embeddedFont>
    <p:embeddedFont>
      <p:font typeface="Bodoni MT" pitchFamily="18" charset="0"/>
      <p:regular r:id="rId19"/>
      <p:bold r:id="rId20"/>
      <p:italic r:id="rId21"/>
      <p:boldItalic r:id="rId22"/>
    </p:embeddedFont>
    <p:embeddedFont>
      <p:font typeface="Darker Grotesque Black" charset="0"/>
      <p:bold r:id="rId2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EB44D0F0-03AA-475F-8999-CA03EB4B5862}">
  <a:tblStyle styleId="{EB44D0F0-03AA-475F-8999-CA03EB4B586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E4156EC9-51A4-4121-A9B2-CE31D31FEE22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4219" autoAdjust="0"/>
    <p:restoredTop sz="94660"/>
  </p:normalViewPr>
  <p:slideViewPr>
    <p:cSldViewPr>
      <p:cViewPr>
        <p:scale>
          <a:sx n="75" d="100"/>
          <a:sy n="75" d="100"/>
        </p:scale>
        <p:origin x="-1072" y="-68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2" name="Google Shape;602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g54dda1946d_6_3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4" name="Google Shape;634;g54dda1946d_6_3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" name="Google Shape;729;g27bb1938bcb_1_88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0" name="Google Shape;730;g27bb1938bcb_1_88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Google Shape;640;g54dda1946d_6_3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1" name="Google Shape;641;g54dda1946d_6_3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g54dda1946d_6_3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4" name="Google Shape;634;g54dda1946d_6_3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g54dda1946d_6_3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4" name="Google Shape;634;g54dda1946d_6_3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g54dda1946d_6_3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4" name="Google Shape;634;g54dda1946d_6_3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" name="Google Shape;729;g27bb1938bcb_1_88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0" name="Google Shape;730;g27bb1938bcb_1_88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" name="Google Shape;870;g27bb1938bcb_1_89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1" name="Google Shape;871;g27bb1938bcb_1_89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9" name="Google Shape;879;g135e18421cc_13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0" name="Google Shape;880;g135e18421cc_13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s://bit.ly/3A1uf1Q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1639500" y="1263225"/>
            <a:ext cx="5865000" cy="2085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7200">
                <a:latin typeface="Darker Grotesque"/>
                <a:ea typeface="Darker Grotesque"/>
                <a:cs typeface="Darker Grotesque"/>
                <a:sym typeface="Darker Grotesque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1639500" y="3404475"/>
            <a:ext cx="5865000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-82563" y="377972"/>
            <a:ext cx="10246382" cy="5860645"/>
            <a:chOff x="-82563" y="377972"/>
            <a:chExt cx="10246382" cy="5860645"/>
          </a:xfrm>
        </p:grpSpPr>
        <p:grpSp>
          <p:nvGrpSpPr>
            <p:cNvPr id="12" name="Google Shape;12;p2"/>
            <p:cNvGrpSpPr/>
            <p:nvPr/>
          </p:nvGrpSpPr>
          <p:grpSpPr>
            <a:xfrm>
              <a:off x="7859769" y="3979038"/>
              <a:ext cx="2304051" cy="2259579"/>
              <a:chOff x="-2879125" y="2331725"/>
              <a:chExt cx="2036100" cy="1996800"/>
            </a:xfrm>
          </p:grpSpPr>
          <p:sp>
            <p:nvSpPr>
              <p:cNvPr id="13" name="Google Shape;13;p2"/>
              <p:cNvSpPr/>
              <p:nvPr/>
            </p:nvSpPr>
            <p:spPr>
              <a:xfrm>
                <a:off x="-2227406" y="2967245"/>
                <a:ext cx="725700" cy="725700"/>
              </a:xfrm>
              <a:prstGeom prst="ellipse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4" name="Google Shape;14;p2"/>
              <p:cNvSpPr/>
              <p:nvPr/>
            </p:nvSpPr>
            <p:spPr>
              <a:xfrm>
                <a:off x="-2446894" y="2747758"/>
                <a:ext cx="1164600" cy="1164600"/>
              </a:xfrm>
              <a:prstGeom prst="ellipse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5" name="Google Shape;15;p2"/>
              <p:cNvSpPr/>
              <p:nvPr/>
            </p:nvSpPr>
            <p:spPr>
              <a:xfrm>
                <a:off x="-2726901" y="2467750"/>
                <a:ext cx="1724700" cy="1724700"/>
              </a:xfrm>
              <a:prstGeom prst="ellipse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cxnSp>
            <p:nvCxnSpPr>
              <p:cNvPr id="16" name="Google Shape;16;p2"/>
              <p:cNvCxnSpPr/>
              <p:nvPr/>
            </p:nvCxnSpPr>
            <p:spPr>
              <a:xfrm>
                <a:off x="-1863600" y="3336725"/>
                <a:ext cx="725700" cy="6969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7" name="Google Shape;17;p2"/>
              <p:cNvCxnSpPr/>
              <p:nvPr/>
            </p:nvCxnSpPr>
            <p:spPr>
              <a:xfrm>
                <a:off x="-1862175" y="3332425"/>
                <a:ext cx="720900" cy="3105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" name="Google Shape;18;p2"/>
              <p:cNvCxnSpPr/>
              <p:nvPr/>
            </p:nvCxnSpPr>
            <p:spPr>
              <a:xfrm>
                <a:off x="-2879125" y="3330131"/>
                <a:ext cx="203610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" name="Google Shape;19;p2"/>
              <p:cNvCxnSpPr/>
              <p:nvPr/>
            </p:nvCxnSpPr>
            <p:spPr>
              <a:xfrm rot="10800000" flipH="1">
                <a:off x="-1863600" y="3050450"/>
                <a:ext cx="750000" cy="2748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0" name="Google Shape;20;p2"/>
              <p:cNvCxnSpPr/>
              <p:nvPr/>
            </p:nvCxnSpPr>
            <p:spPr>
              <a:xfrm rot="10800000" flipH="1">
                <a:off x="-1863600" y="2629875"/>
                <a:ext cx="729900" cy="7011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1" name="Google Shape;21;p2"/>
              <p:cNvCxnSpPr/>
              <p:nvPr/>
            </p:nvCxnSpPr>
            <p:spPr>
              <a:xfrm rot="10800000">
                <a:off x="-1864520" y="2331725"/>
                <a:ext cx="0" cy="19968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2" name="Google Shape;22;p2"/>
              <p:cNvCxnSpPr/>
              <p:nvPr/>
            </p:nvCxnSpPr>
            <p:spPr>
              <a:xfrm rot="10800000" flipH="1">
                <a:off x="-1863600" y="2632475"/>
                <a:ext cx="339600" cy="6942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3" name="Google Shape;23;p2"/>
              <p:cNvCxnSpPr/>
              <p:nvPr/>
            </p:nvCxnSpPr>
            <p:spPr>
              <a:xfrm rot="10800000">
                <a:off x="-1860775" y="3340950"/>
                <a:ext cx="302700" cy="7020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4" name="Google Shape;24;p2"/>
              <p:cNvCxnSpPr/>
              <p:nvPr/>
            </p:nvCxnSpPr>
            <p:spPr>
              <a:xfrm flipH="1">
                <a:off x="-2591150" y="3339325"/>
                <a:ext cx="725700" cy="6969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5" name="Google Shape;25;p2"/>
              <p:cNvCxnSpPr/>
              <p:nvPr/>
            </p:nvCxnSpPr>
            <p:spPr>
              <a:xfrm flipH="1">
                <a:off x="-2587775" y="3335025"/>
                <a:ext cx="720900" cy="3105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6" name="Google Shape;26;p2"/>
              <p:cNvCxnSpPr/>
              <p:nvPr/>
            </p:nvCxnSpPr>
            <p:spPr>
              <a:xfrm rot="10800000">
                <a:off x="-2615450" y="3053050"/>
                <a:ext cx="750000" cy="2748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7" name="Google Shape;27;p2"/>
              <p:cNvCxnSpPr/>
              <p:nvPr/>
            </p:nvCxnSpPr>
            <p:spPr>
              <a:xfrm rot="10800000">
                <a:off x="-2595350" y="2632475"/>
                <a:ext cx="729900" cy="7011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8" name="Google Shape;28;p2"/>
              <p:cNvCxnSpPr/>
              <p:nvPr/>
            </p:nvCxnSpPr>
            <p:spPr>
              <a:xfrm rot="10800000">
                <a:off x="-2205050" y="2635075"/>
                <a:ext cx="339600" cy="6942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9" name="Google Shape;29;p2"/>
              <p:cNvCxnSpPr/>
              <p:nvPr/>
            </p:nvCxnSpPr>
            <p:spPr>
              <a:xfrm rot="10800000" flipH="1">
                <a:off x="-2170975" y="3343550"/>
                <a:ext cx="302700" cy="7020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30" name="Google Shape;30;p2"/>
            <p:cNvGrpSpPr/>
            <p:nvPr/>
          </p:nvGrpSpPr>
          <p:grpSpPr>
            <a:xfrm>
              <a:off x="-82563" y="377972"/>
              <a:ext cx="1218002" cy="721777"/>
              <a:chOff x="7851280" y="1762935"/>
              <a:chExt cx="2373348" cy="1406425"/>
            </a:xfrm>
          </p:grpSpPr>
          <p:sp>
            <p:nvSpPr>
              <p:cNvPr id="31" name="Google Shape;31;p2"/>
              <p:cNvSpPr/>
              <p:nvPr/>
            </p:nvSpPr>
            <p:spPr>
              <a:xfrm rot="10800000" flipH="1">
                <a:off x="8818228" y="1762960"/>
                <a:ext cx="1406400" cy="1406400"/>
              </a:xfrm>
              <a:prstGeom prst="pie">
                <a:avLst>
                  <a:gd name="adj1" fmla="val 5429893"/>
                  <a:gd name="adj2" fmla="val 10796530"/>
                </a:avLst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32" name="Google Shape;32;p2"/>
              <p:cNvSpPr/>
              <p:nvPr/>
            </p:nvSpPr>
            <p:spPr>
              <a:xfrm rot="10800000">
                <a:off x="7851280" y="1762935"/>
                <a:ext cx="1406400" cy="1406400"/>
              </a:xfrm>
              <a:prstGeom prst="pie">
                <a:avLst>
                  <a:gd name="adj1" fmla="val 5429893"/>
                  <a:gd name="adj2" fmla="val 10799940"/>
                </a:avLst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</p:grpSp>
      <p:grpSp>
        <p:nvGrpSpPr>
          <p:cNvPr id="33" name="Google Shape;33;p2"/>
          <p:cNvGrpSpPr/>
          <p:nvPr/>
        </p:nvGrpSpPr>
        <p:grpSpPr>
          <a:xfrm>
            <a:off x="249552" y="-780275"/>
            <a:ext cx="9694539" cy="5599201"/>
            <a:chOff x="249552" y="-780275"/>
            <a:chExt cx="9694539" cy="5599201"/>
          </a:xfrm>
        </p:grpSpPr>
        <p:grpSp>
          <p:nvGrpSpPr>
            <p:cNvPr id="34" name="Google Shape;34;p2"/>
            <p:cNvGrpSpPr/>
            <p:nvPr/>
          </p:nvGrpSpPr>
          <p:grpSpPr>
            <a:xfrm>
              <a:off x="7046051" y="-780275"/>
              <a:ext cx="2898040" cy="2344022"/>
              <a:chOff x="7046051" y="-780275"/>
              <a:chExt cx="2898040" cy="2344022"/>
            </a:xfrm>
          </p:grpSpPr>
          <p:grpSp>
            <p:nvGrpSpPr>
              <p:cNvPr id="35" name="Google Shape;35;p2"/>
              <p:cNvGrpSpPr/>
              <p:nvPr/>
            </p:nvGrpSpPr>
            <p:grpSpPr>
              <a:xfrm>
                <a:off x="7046051" y="-409"/>
                <a:ext cx="546155" cy="546155"/>
                <a:chOff x="0" y="4437590"/>
                <a:chExt cx="705900" cy="705900"/>
              </a:xfrm>
            </p:grpSpPr>
            <p:sp>
              <p:nvSpPr>
                <p:cNvPr id="36" name="Google Shape;36;p2"/>
                <p:cNvSpPr/>
                <p:nvPr/>
              </p:nvSpPr>
              <p:spPr>
                <a:xfrm>
                  <a:off x="0" y="4437590"/>
                  <a:ext cx="705900" cy="705900"/>
                </a:xfrm>
                <a:prstGeom prst="rect">
                  <a:avLst/>
                </a:prstGeom>
                <a:solidFill>
                  <a:srgbClr val="4040DC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Open Sans"/>
                    <a:ea typeface="Open Sans"/>
                    <a:cs typeface="Open Sans"/>
                    <a:sym typeface="Open Sans"/>
                  </a:endParaRPr>
                </a:p>
              </p:txBody>
            </p:sp>
            <p:grpSp>
              <p:nvGrpSpPr>
                <p:cNvPr id="37" name="Google Shape;37;p2"/>
                <p:cNvGrpSpPr/>
                <p:nvPr/>
              </p:nvGrpSpPr>
              <p:grpSpPr>
                <a:xfrm>
                  <a:off x="58" y="4437653"/>
                  <a:ext cx="705793" cy="705793"/>
                  <a:chOff x="5564675" y="1326475"/>
                  <a:chExt cx="1339775" cy="1339775"/>
                </a:xfrm>
              </p:grpSpPr>
              <p:sp>
                <p:nvSpPr>
                  <p:cNvPr id="38" name="Google Shape;38;p2"/>
                  <p:cNvSpPr/>
                  <p:nvPr/>
                </p:nvSpPr>
                <p:spPr>
                  <a:xfrm>
                    <a:off x="6234700" y="1996200"/>
                    <a:ext cx="669750" cy="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790" h="1" fill="none" extrusionOk="0">
                        <a:moveTo>
                          <a:pt x="0" y="1"/>
                        </a:moveTo>
                        <a:lnTo>
                          <a:pt x="26789" y="1"/>
                        </a:lnTo>
                      </a:path>
                    </a:pathLst>
                  </a:custGeom>
                  <a:noFill/>
                  <a:ln w="14875" cap="flat" cmpd="sng">
                    <a:solidFill>
                      <a:schemeClr val="dk1"/>
                    </a:solidFill>
                    <a:prstDash val="solid"/>
                    <a:miter lim="11906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9" name="Google Shape;39;p2"/>
                  <p:cNvSpPr/>
                  <p:nvPr/>
                </p:nvSpPr>
                <p:spPr>
                  <a:xfrm>
                    <a:off x="6234700" y="1822975"/>
                    <a:ext cx="646825" cy="1732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5873" h="6930" fill="none" extrusionOk="0">
                        <a:moveTo>
                          <a:pt x="0" y="6930"/>
                        </a:moveTo>
                        <a:lnTo>
                          <a:pt x="25873" y="0"/>
                        </a:lnTo>
                      </a:path>
                    </a:pathLst>
                  </a:custGeom>
                  <a:noFill/>
                  <a:ln w="14875" cap="flat" cmpd="sng">
                    <a:solidFill>
                      <a:schemeClr val="dk1"/>
                    </a:solidFill>
                    <a:prstDash val="solid"/>
                    <a:miter lim="11906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0" name="Google Shape;40;p2"/>
                  <p:cNvSpPr/>
                  <p:nvPr/>
                </p:nvSpPr>
                <p:spPr>
                  <a:xfrm>
                    <a:off x="6234700" y="1661350"/>
                    <a:ext cx="579850" cy="3348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3194" h="13395" fill="none" extrusionOk="0">
                        <a:moveTo>
                          <a:pt x="0" y="13395"/>
                        </a:moveTo>
                        <a:lnTo>
                          <a:pt x="23194" y="0"/>
                        </a:lnTo>
                      </a:path>
                    </a:pathLst>
                  </a:custGeom>
                  <a:noFill/>
                  <a:ln w="14875" cap="flat" cmpd="sng">
                    <a:solidFill>
                      <a:schemeClr val="dk1"/>
                    </a:solidFill>
                    <a:prstDash val="solid"/>
                    <a:miter lim="11906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1" name="Google Shape;41;p2"/>
                  <p:cNvSpPr/>
                  <p:nvPr/>
                </p:nvSpPr>
                <p:spPr>
                  <a:xfrm>
                    <a:off x="6234700" y="1522650"/>
                    <a:ext cx="473600" cy="4735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8944" h="18943" fill="none" extrusionOk="0">
                        <a:moveTo>
                          <a:pt x="0" y="18943"/>
                        </a:moveTo>
                        <a:lnTo>
                          <a:pt x="18943" y="0"/>
                        </a:lnTo>
                      </a:path>
                    </a:pathLst>
                  </a:custGeom>
                  <a:noFill/>
                  <a:ln w="14875" cap="flat" cmpd="sng">
                    <a:solidFill>
                      <a:schemeClr val="dk1"/>
                    </a:solidFill>
                    <a:prstDash val="solid"/>
                    <a:miter lim="11906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2" name="Google Shape;42;p2"/>
                  <p:cNvSpPr/>
                  <p:nvPr/>
                </p:nvSpPr>
                <p:spPr>
                  <a:xfrm>
                    <a:off x="6234700" y="1416375"/>
                    <a:ext cx="334875" cy="5798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3395" h="23194" fill="none" extrusionOk="0">
                        <a:moveTo>
                          <a:pt x="0" y="23194"/>
                        </a:moveTo>
                        <a:lnTo>
                          <a:pt x="13395" y="1"/>
                        </a:lnTo>
                      </a:path>
                    </a:pathLst>
                  </a:custGeom>
                  <a:noFill/>
                  <a:ln w="14875" cap="flat" cmpd="sng">
                    <a:solidFill>
                      <a:schemeClr val="dk1"/>
                    </a:solidFill>
                    <a:prstDash val="solid"/>
                    <a:miter lim="11906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3" name="Google Shape;43;p2"/>
                  <p:cNvSpPr/>
                  <p:nvPr/>
                </p:nvSpPr>
                <p:spPr>
                  <a:xfrm>
                    <a:off x="6234700" y="1349400"/>
                    <a:ext cx="173250" cy="6468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930" h="25873" fill="none" extrusionOk="0">
                        <a:moveTo>
                          <a:pt x="0" y="25873"/>
                        </a:moveTo>
                        <a:lnTo>
                          <a:pt x="6930" y="1"/>
                        </a:lnTo>
                      </a:path>
                    </a:pathLst>
                  </a:custGeom>
                  <a:noFill/>
                  <a:ln w="14875" cap="flat" cmpd="sng">
                    <a:solidFill>
                      <a:schemeClr val="dk1"/>
                    </a:solidFill>
                    <a:prstDash val="solid"/>
                    <a:miter lim="11906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4" name="Google Shape;44;p2"/>
                  <p:cNvSpPr/>
                  <p:nvPr/>
                </p:nvSpPr>
                <p:spPr>
                  <a:xfrm>
                    <a:off x="6234700" y="1326475"/>
                    <a:ext cx="25" cy="6697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" h="26790" fill="none" extrusionOk="0">
                        <a:moveTo>
                          <a:pt x="0" y="26790"/>
                        </a:moveTo>
                        <a:lnTo>
                          <a:pt x="0" y="1"/>
                        </a:lnTo>
                      </a:path>
                    </a:pathLst>
                  </a:custGeom>
                  <a:noFill/>
                  <a:ln w="14875" cap="flat" cmpd="sng">
                    <a:solidFill>
                      <a:schemeClr val="dk1"/>
                    </a:solidFill>
                    <a:prstDash val="solid"/>
                    <a:miter lim="11906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5" name="Google Shape;45;p2"/>
                  <p:cNvSpPr/>
                  <p:nvPr/>
                </p:nvSpPr>
                <p:spPr>
                  <a:xfrm>
                    <a:off x="6061150" y="1349400"/>
                    <a:ext cx="173575" cy="6468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943" h="25873" fill="none" extrusionOk="0">
                        <a:moveTo>
                          <a:pt x="6942" y="25873"/>
                        </a:moveTo>
                        <a:lnTo>
                          <a:pt x="1" y="1"/>
                        </a:lnTo>
                      </a:path>
                    </a:pathLst>
                  </a:custGeom>
                  <a:noFill/>
                  <a:ln w="14875" cap="flat" cmpd="sng">
                    <a:solidFill>
                      <a:schemeClr val="dk1"/>
                    </a:solidFill>
                    <a:prstDash val="solid"/>
                    <a:miter lim="11906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6" name="Google Shape;46;p2"/>
                  <p:cNvSpPr/>
                  <p:nvPr/>
                </p:nvSpPr>
                <p:spPr>
                  <a:xfrm>
                    <a:off x="5899525" y="1416375"/>
                    <a:ext cx="335200" cy="5798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3408" h="23194" fill="none" extrusionOk="0">
                        <a:moveTo>
                          <a:pt x="13407" y="23194"/>
                        </a:moveTo>
                        <a:lnTo>
                          <a:pt x="1" y="1"/>
                        </a:lnTo>
                      </a:path>
                    </a:pathLst>
                  </a:custGeom>
                  <a:noFill/>
                  <a:ln w="14875" cap="flat" cmpd="sng">
                    <a:solidFill>
                      <a:schemeClr val="dk1"/>
                    </a:solidFill>
                    <a:prstDash val="solid"/>
                    <a:miter lim="11906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7" name="Google Shape;47;p2"/>
                  <p:cNvSpPr/>
                  <p:nvPr/>
                </p:nvSpPr>
                <p:spPr>
                  <a:xfrm>
                    <a:off x="5760825" y="1522650"/>
                    <a:ext cx="473900" cy="4735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8956" h="18943" fill="none" extrusionOk="0">
                        <a:moveTo>
                          <a:pt x="18955" y="18943"/>
                        </a:moveTo>
                        <a:lnTo>
                          <a:pt x="1" y="0"/>
                        </a:lnTo>
                      </a:path>
                    </a:pathLst>
                  </a:custGeom>
                  <a:noFill/>
                  <a:ln w="14875" cap="flat" cmpd="sng">
                    <a:solidFill>
                      <a:schemeClr val="dk1"/>
                    </a:solidFill>
                    <a:prstDash val="solid"/>
                    <a:miter lim="11906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8" name="Google Shape;48;p2"/>
                  <p:cNvSpPr/>
                  <p:nvPr/>
                </p:nvSpPr>
                <p:spPr>
                  <a:xfrm>
                    <a:off x="5654575" y="1661350"/>
                    <a:ext cx="580150" cy="3348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3206" h="13395" fill="none" extrusionOk="0">
                        <a:moveTo>
                          <a:pt x="23205" y="13395"/>
                        </a:moveTo>
                        <a:lnTo>
                          <a:pt x="0" y="0"/>
                        </a:lnTo>
                      </a:path>
                    </a:pathLst>
                  </a:custGeom>
                  <a:noFill/>
                  <a:ln w="14875" cap="flat" cmpd="sng">
                    <a:solidFill>
                      <a:schemeClr val="dk1"/>
                    </a:solidFill>
                    <a:prstDash val="solid"/>
                    <a:miter lim="11906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9" name="Google Shape;49;p2"/>
                  <p:cNvSpPr/>
                  <p:nvPr/>
                </p:nvSpPr>
                <p:spPr>
                  <a:xfrm>
                    <a:off x="5587600" y="1822975"/>
                    <a:ext cx="647125" cy="1732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5885" h="6930" fill="none" extrusionOk="0">
                        <a:moveTo>
                          <a:pt x="25884" y="6930"/>
                        </a:moveTo>
                        <a:lnTo>
                          <a:pt x="0" y="0"/>
                        </a:lnTo>
                      </a:path>
                    </a:pathLst>
                  </a:custGeom>
                  <a:noFill/>
                  <a:ln w="14875" cap="flat" cmpd="sng">
                    <a:solidFill>
                      <a:schemeClr val="dk1"/>
                    </a:solidFill>
                    <a:prstDash val="solid"/>
                    <a:miter lim="11906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0" name="Google Shape;50;p2"/>
                  <p:cNvSpPr/>
                  <p:nvPr/>
                </p:nvSpPr>
                <p:spPr>
                  <a:xfrm>
                    <a:off x="5564675" y="1996200"/>
                    <a:ext cx="670050" cy="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802" h="1" fill="none" extrusionOk="0">
                        <a:moveTo>
                          <a:pt x="26801" y="1"/>
                        </a:moveTo>
                        <a:lnTo>
                          <a:pt x="0" y="1"/>
                        </a:lnTo>
                      </a:path>
                    </a:pathLst>
                  </a:custGeom>
                  <a:noFill/>
                  <a:ln w="14875" cap="flat" cmpd="sng">
                    <a:solidFill>
                      <a:schemeClr val="dk1"/>
                    </a:solidFill>
                    <a:prstDash val="solid"/>
                    <a:miter lim="11906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1" name="Google Shape;51;p2"/>
                  <p:cNvSpPr/>
                  <p:nvPr/>
                </p:nvSpPr>
                <p:spPr>
                  <a:xfrm>
                    <a:off x="5587600" y="1996200"/>
                    <a:ext cx="647125" cy="1735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5885" h="6943" fill="none" extrusionOk="0">
                        <a:moveTo>
                          <a:pt x="25884" y="1"/>
                        </a:moveTo>
                        <a:lnTo>
                          <a:pt x="0" y="6942"/>
                        </a:lnTo>
                      </a:path>
                    </a:pathLst>
                  </a:custGeom>
                  <a:noFill/>
                  <a:ln w="14875" cap="flat" cmpd="sng">
                    <a:solidFill>
                      <a:schemeClr val="dk1"/>
                    </a:solidFill>
                    <a:prstDash val="solid"/>
                    <a:miter lim="11906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2" name="Google Shape;52;p2"/>
                  <p:cNvSpPr/>
                  <p:nvPr/>
                </p:nvSpPr>
                <p:spPr>
                  <a:xfrm>
                    <a:off x="5654575" y="1996200"/>
                    <a:ext cx="580150" cy="3352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3206" h="13408" fill="none" extrusionOk="0">
                        <a:moveTo>
                          <a:pt x="23205" y="1"/>
                        </a:moveTo>
                        <a:lnTo>
                          <a:pt x="0" y="13407"/>
                        </a:lnTo>
                      </a:path>
                    </a:pathLst>
                  </a:custGeom>
                  <a:noFill/>
                  <a:ln w="14875" cap="flat" cmpd="sng">
                    <a:solidFill>
                      <a:schemeClr val="dk1"/>
                    </a:solidFill>
                    <a:prstDash val="solid"/>
                    <a:miter lim="11906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3" name="Google Shape;53;p2"/>
                  <p:cNvSpPr/>
                  <p:nvPr/>
                </p:nvSpPr>
                <p:spPr>
                  <a:xfrm>
                    <a:off x="5760825" y="1996200"/>
                    <a:ext cx="473900" cy="4736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8956" h="18944" fill="none" extrusionOk="0">
                        <a:moveTo>
                          <a:pt x="18955" y="1"/>
                        </a:moveTo>
                        <a:lnTo>
                          <a:pt x="1" y="18944"/>
                        </a:lnTo>
                      </a:path>
                    </a:pathLst>
                  </a:custGeom>
                  <a:noFill/>
                  <a:ln w="14875" cap="flat" cmpd="sng">
                    <a:solidFill>
                      <a:schemeClr val="dk1"/>
                    </a:solidFill>
                    <a:prstDash val="solid"/>
                    <a:miter lim="11906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4" name="Google Shape;54;p2"/>
                  <p:cNvSpPr/>
                  <p:nvPr/>
                </p:nvSpPr>
                <p:spPr>
                  <a:xfrm>
                    <a:off x="5899525" y="1996200"/>
                    <a:ext cx="335200" cy="5801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3408" h="23207" fill="none" extrusionOk="0">
                        <a:moveTo>
                          <a:pt x="13407" y="1"/>
                        </a:moveTo>
                        <a:lnTo>
                          <a:pt x="1" y="23206"/>
                        </a:lnTo>
                      </a:path>
                    </a:pathLst>
                  </a:custGeom>
                  <a:noFill/>
                  <a:ln w="14875" cap="flat" cmpd="sng">
                    <a:solidFill>
                      <a:schemeClr val="dk1"/>
                    </a:solidFill>
                    <a:prstDash val="solid"/>
                    <a:miter lim="11906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5" name="Google Shape;55;p2"/>
                  <p:cNvSpPr/>
                  <p:nvPr/>
                </p:nvSpPr>
                <p:spPr>
                  <a:xfrm>
                    <a:off x="6061150" y="1996200"/>
                    <a:ext cx="173575" cy="6471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943" h="25885" fill="none" extrusionOk="0">
                        <a:moveTo>
                          <a:pt x="6942" y="1"/>
                        </a:moveTo>
                        <a:lnTo>
                          <a:pt x="1" y="25885"/>
                        </a:lnTo>
                      </a:path>
                    </a:pathLst>
                  </a:custGeom>
                  <a:noFill/>
                  <a:ln w="14875" cap="flat" cmpd="sng">
                    <a:solidFill>
                      <a:schemeClr val="dk1"/>
                    </a:solidFill>
                    <a:prstDash val="solid"/>
                    <a:miter lim="11906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6" name="Google Shape;56;p2"/>
                  <p:cNvSpPr/>
                  <p:nvPr/>
                </p:nvSpPr>
                <p:spPr>
                  <a:xfrm>
                    <a:off x="6234700" y="1996200"/>
                    <a:ext cx="25" cy="6700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" h="26802" fill="none" extrusionOk="0">
                        <a:moveTo>
                          <a:pt x="0" y="1"/>
                        </a:moveTo>
                        <a:lnTo>
                          <a:pt x="0" y="26802"/>
                        </a:lnTo>
                      </a:path>
                    </a:pathLst>
                  </a:custGeom>
                  <a:noFill/>
                  <a:ln w="14875" cap="flat" cmpd="sng">
                    <a:solidFill>
                      <a:schemeClr val="dk1"/>
                    </a:solidFill>
                    <a:prstDash val="solid"/>
                    <a:miter lim="11906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7" name="Google Shape;57;p2"/>
                  <p:cNvSpPr/>
                  <p:nvPr/>
                </p:nvSpPr>
                <p:spPr>
                  <a:xfrm>
                    <a:off x="6234700" y="1996200"/>
                    <a:ext cx="173250" cy="6471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930" h="25885" fill="none" extrusionOk="0">
                        <a:moveTo>
                          <a:pt x="0" y="1"/>
                        </a:moveTo>
                        <a:lnTo>
                          <a:pt x="6930" y="25885"/>
                        </a:lnTo>
                      </a:path>
                    </a:pathLst>
                  </a:custGeom>
                  <a:noFill/>
                  <a:ln w="14875" cap="flat" cmpd="sng">
                    <a:solidFill>
                      <a:schemeClr val="dk1"/>
                    </a:solidFill>
                    <a:prstDash val="solid"/>
                    <a:miter lim="11906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8" name="Google Shape;58;p2"/>
                  <p:cNvSpPr/>
                  <p:nvPr/>
                </p:nvSpPr>
                <p:spPr>
                  <a:xfrm>
                    <a:off x="6234700" y="1996200"/>
                    <a:ext cx="334875" cy="5801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3395" h="23207" fill="none" extrusionOk="0">
                        <a:moveTo>
                          <a:pt x="0" y="1"/>
                        </a:moveTo>
                        <a:lnTo>
                          <a:pt x="13395" y="23206"/>
                        </a:lnTo>
                      </a:path>
                    </a:pathLst>
                  </a:custGeom>
                  <a:noFill/>
                  <a:ln w="14875" cap="flat" cmpd="sng">
                    <a:solidFill>
                      <a:schemeClr val="dk1"/>
                    </a:solidFill>
                    <a:prstDash val="solid"/>
                    <a:miter lim="11906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9" name="Google Shape;59;p2"/>
                  <p:cNvSpPr/>
                  <p:nvPr/>
                </p:nvSpPr>
                <p:spPr>
                  <a:xfrm>
                    <a:off x="6234700" y="1996200"/>
                    <a:ext cx="473600" cy="4736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8944" h="18944" fill="none" extrusionOk="0">
                        <a:moveTo>
                          <a:pt x="0" y="1"/>
                        </a:moveTo>
                        <a:lnTo>
                          <a:pt x="18943" y="18944"/>
                        </a:lnTo>
                      </a:path>
                    </a:pathLst>
                  </a:custGeom>
                  <a:noFill/>
                  <a:ln w="14875" cap="flat" cmpd="sng">
                    <a:solidFill>
                      <a:schemeClr val="dk1"/>
                    </a:solidFill>
                    <a:prstDash val="solid"/>
                    <a:miter lim="11906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0" name="Google Shape;60;p2"/>
                  <p:cNvSpPr/>
                  <p:nvPr/>
                </p:nvSpPr>
                <p:spPr>
                  <a:xfrm>
                    <a:off x="6234700" y="1996200"/>
                    <a:ext cx="579850" cy="3352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3194" h="13408" fill="none" extrusionOk="0">
                        <a:moveTo>
                          <a:pt x="0" y="1"/>
                        </a:moveTo>
                        <a:lnTo>
                          <a:pt x="23194" y="13407"/>
                        </a:lnTo>
                      </a:path>
                    </a:pathLst>
                  </a:custGeom>
                  <a:noFill/>
                  <a:ln w="14875" cap="flat" cmpd="sng">
                    <a:solidFill>
                      <a:schemeClr val="dk1"/>
                    </a:solidFill>
                    <a:prstDash val="solid"/>
                    <a:miter lim="11906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1" name="Google Shape;61;p2"/>
                  <p:cNvSpPr/>
                  <p:nvPr/>
                </p:nvSpPr>
                <p:spPr>
                  <a:xfrm>
                    <a:off x="6234700" y="1996200"/>
                    <a:ext cx="646825" cy="1735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5873" h="6943" fill="none" extrusionOk="0">
                        <a:moveTo>
                          <a:pt x="0" y="1"/>
                        </a:moveTo>
                        <a:lnTo>
                          <a:pt x="25873" y="6942"/>
                        </a:lnTo>
                      </a:path>
                    </a:pathLst>
                  </a:custGeom>
                  <a:noFill/>
                  <a:ln w="14875" cap="flat" cmpd="sng">
                    <a:solidFill>
                      <a:schemeClr val="dk1"/>
                    </a:solidFill>
                    <a:prstDash val="solid"/>
                    <a:miter lim="11906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  <p:grpSp>
            <p:nvGrpSpPr>
              <p:cNvPr id="62" name="Google Shape;62;p2"/>
              <p:cNvGrpSpPr/>
              <p:nvPr/>
            </p:nvGrpSpPr>
            <p:grpSpPr>
              <a:xfrm>
                <a:off x="7592318" y="-780275"/>
                <a:ext cx="2351773" cy="2344022"/>
                <a:chOff x="6271275" y="-1363750"/>
                <a:chExt cx="4300975" cy="4286800"/>
              </a:xfrm>
            </p:grpSpPr>
            <p:sp>
              <p:nvSpPr>
                <p:cNvPr id="63" name="Google Shape;63;p2"/>
                <p:cNvSpPr/>
                <p:nvPr/>
              </p:nvSpPr>
              <p:spPr>
                <a:xfrm>
                  <a:off x="7714750" y="-1363750"/>
                  <a:ext cx="2857500" cy="2857500"/>
                </a:xfrm>
                <a:prstGeom prst="pie">
                  <a:avLst>
                    <a:gd name="adj1" fmla="val 5429893"/>
                    <a:gd name="adj2" fmla="val 10796530"/>
                  </a:avLst>
                </a:prstGeom>
                <a:solidFill>
                  <a:srgbClr val="FF305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Open Sans"/>
                    <a:ea typeface="Open Sans"/>
                    <a:cs typeface="Open Sans"/>
                    <a:sym typeface="Open Sans"/>
                  </a:endParaRPr>
                </a:p>
              </p:txBody>
            </p:sp>
            <p:sp>
              <p:nvSpPr>
                <p:cNvPr id="64" name="Google Shape;64;p2"/>
                <p:cNvSpPr/>
                <p:nvPr/>
              </p:nvSpPr>
              <p:spPr>
                <a:xfrm>
                  <a:off x="6286500" y="-1363750"/>
                  <a:ext cx="2857500" cy="2857500"/>
                </a:xfrm>
                <a:prstGeom prst="pie">
                  <a:avLst>
                    <a:gd name="adj1" fmla="val 5429893"/>
                    <a:gd name="adj2" fmla="val 10799940"/>
                  </a:avLst>
                </a:prstGeom>
                <a:solidFill>
                  <a:srgbClr val="FF305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Open Sans"/>
                    <a:ea typeface="Open Sans"/>
                    <a:cs typeface="Open Sans"/>
                    <a:sym typeface="Open Sans"/>
                  </a:endParaRPr>
                </a:p>
              </p:txBody>
            </p:sp>
            <p:sp>
              <p:nvSpPr>
                <p:cNvPr id="65" name="Google Shape;65;p2"/>
                <p:cNvSpPr/>
                <p:nvPr/>
              </p:nvSpPr>
              <p:spPr>
                <a:xfrm>
                  <a:off x="7699525" y="65550"/>
                  <a:ext cx="2857500" cy="2857500"/>
                </a:xfrm>
                <a:prstGeom prst="pie">
                  <a:avLst>
                    <a:gd name="adj1" fmla="val 5429893"/>
                    <a:gd name="adj2" fmla="val 10796530"/>
                  </a:avLst>
                </a:prstGeom>
                <a:solidFill>
                  <a:srgbClr val="FF305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Open Sans"/>
                    <a:ea typeface="Open Sans"/>
                    <a:cs typeface="Open Sans"/>
                    <a:sym typeface="Open Sans"/>
                  </a:endParaRPr>
                </a:p>
              </p:txBody>
            </p:sp>
            <p:sp>
              <p:nvSpPr>
                <p:cNvPr id="66" name="Google Shape;66;p2"/>
                <p:cNvSpPr/>
                <p:nvPr/>
              </p:nvSpPr>
              <p:spPr>
                <a:xfrm>
                  <a:off x="6271275" y="65550"/>
                  <a:ext cx="2857500" cy="2857500"/>
                </a:xfrm>
                <a:prstGeom prst="pie">
                  <a:avLst>
                    <a:gd name="adj1" fmla="val 5429893"/>
                    <a:gd name="adj2" fmla="val 10799940"/>
                  </a:avLst>
                </a:prstGeom>
                <a:solidFill>
                  <a:srgbClr val="FF305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Open Sans"/>
                    <a:ea typeface="Open Sans"/>
                    <a:cs typeface="Open Sans"/>
                    <a:sym typeface="Open Sans"/>
                  </a:endParaRPr>
                </a:p>
              </p:txBody>
            </p:sp>
          </p:grpSp>
        </p:grpSp>
        <p:grpSp>
          <p:nvGrpSpPr>
            <p:cNvPr id="67" name="Google Shape;67;p2"/>
            <p:cNvGrpSpPr/>
            <p:nvPr/>
          </p:nvGrpSpPr>
          <p:grpSpPr>
            <a:xfrm>
              <a:off x="249552" y="3745414"/>
              <a:ext cx="182866" cy="1073512"/>
              <a:chOff x="1513550" y="551800"/>
              <a:chExt cx="384900" cy="2259550"/>
            </a:xfrm>
          </p:grpSpPr>
          <p:sp>
            <p:nvSpPr>
              <p:cNvPr id="68" name="Google Shape;68;p2"/>
              <p:cNvSpPr/>
              <p:nvPr/>
            </p:nvSpPr>
            <p:spPr>
              <a:xfrm>
                <a:off x="1513550" y="551800"/>
                <a:ext cx="384900" cy="333000"/>
              </a:xfrm>
              <a:prstGeom prst="triangle">
                <a:avLst>
                  <a:gd name="adj" fmla="val 500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69" name="Google Shape;69;p2"/>
              <p:cNvSpPr/>
              <p:nvPr/>
            </p:nvSpPr>
            <p:spPr>
              <a:xfrm>
                <a:off x="1513550" y="937110"/>
                <a:ext cx="384900" cy="333000"/>
              </a:xfrm>
              <a:prstGeom prst="triangle">
                <a:avLst>
                  <a:gd name="adj" fmla="val 500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70" name="Google Shape;70;p2"/>
              <p:cNvSpPr/>
              <p:nvPr/>
            </p:nvSpPr>
            <p:spPr>
              <a:xfrm>
                <a:off x="1513550" y="1322420"/>
                <a:ext cx="384900" cy="333000"/>
              </a:xfrm>
              <a:prstGeom prst="triangle">
                <a:avLst>
                  <a:gd name="adj" fmla="val 500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71" name="Google Shape;71;p2"/>
              <p:cNvSpPr/>
              <p:nvPr/>
            </p:nvSpPr>
            <p:spPr>
              <a:xfrm>
                <a:off x="1513550" y="1707730"/>
                <a:ext cx="384900" cy="333000"/>
              </a:xfrm>
              <a:prstGeom prst="triangle">
                <a:avLst>
                  <a:gd name="adj" fmla="val 500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72" name="Google Shape;72;p2"/>
              <p:cNvSpPr/>
              <p:nvPr/>
            </p:nvSpPr>
            <p:spPr>
              <a:xfrm>
                <a:off x="1513550" y="2093040"/>
                <a:ext cx="384900" cy="333000"/>
              </a:xfrm>
              <a:prstGeom prst="triangle">
                <a:avLst>
                  <a:gd name="adj" fmla="val 500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73" name="Google Shape;73;p2"/>
              <p:cNvSpPr/>
              <p:nvPr/>
            </p:nvSpPr>
            <p:spPr>
              <a:xfrm>
                <a:off x="1513550" y="2478350"/>
                <a:ext cx="384900" cy="333000"/>
              </a:xfrm>
              <a:prstGeom prst="triangle">
                <a:avLst>
                  <a:gd name="adj" fmla="val 500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</p:grpSp>
    </p:spTree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"/>
          <p:cNvSpPr txBox="1">
            <a:spLocks noGrp="1"/>
          </p:cNvSpPr>
          <p:nvPr>
            <p:ph type="title"/>
          </p:nvPr>
        </p:nvSpPr>
        <p:spPr>
          <a:xfrm>
            <a:off x="5190175" y="2393275"/>
            <a:ext cx="3114000" cy="145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76" name="Google Shape;76;p3"/>
          <p:cNvSpPr txBox="1">
            <a:spLocks noGrp="1"/>
          </p:cNvSpPr>
          <p:nvPr>
            <p:ph type="title" idx="2" hasCustomPrompt="1"/>
          </p:nvPr>
        </p:nvSpPr>
        <p:spPr>
          <a:xfrm>
            <a:off x="5190175" y="1072975"/>
            <a:ext cx="1497600" cy="13203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 b="0">
                <a:solidFill>
                  <a:schemeClr val="lt2"/>
                </a:solidFill>
                <a:latin typeface="Darker Grotesque Black"/>
                <a:ea typeface="Darker Grotesque Black"/>
                <a:cs typeface="Darker Grotesque Black"/>
                <a:sym typeface="Darker Grotesque Black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7" name="Google Shape;77;p3"/>
          <p:cNvSpPr>
            <a:spLocks noGrp="1"/>
          </p:cNvSpPr>
          <p:nvPr>
            <p:ph type="pic" idx="3"/>
          </p:nvPr>
        </p:nvSpPr>
        <p:spPr>
          <a:xfrm>
            <a:off x="846575" y="538950"/>
            <a:ext cx="3699600" cy="40656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grpSp>
        <p:nvGrpSpPr>
          <p:cNvPr id="78" name="Google Shape;78;p3"/>
          <p:cNvGrpSpPr/>
          <p:nvPr/>
        </p:nvGrpSpPr>
        <p:grpSpPr>
          <a:xfrm>
            <a:off x="7514000" y="-621488"/>
            <a:ext cx="2233061" cy="5577004"/>
            <a:chOff x="7514000" y="-621488"/>
            <a:chExt cx="2233061" cy="5577004"/>
          </a:xfrm>
        </p:grpSpPr>
        <p:sp>
          <p:nvSpPr>
            <p:cNvPr id="79" name="Google Shape;79;p3"/>
            <p:cNvSpPr/>
            <p:nvPr/>
          </p:nvSpPr>
          <p:spPr>
            <a:xfrm>
              <a:off x="7514000" y="30725"/>
              <a:ext cx="390000" cy="390000"/>
            </a:xfrm>
            <a:prstGeom prst="star16">
              <a:avLst>
                <a:gd name="adj" fmla="val 26125"/>
              </a:avLst>
            </a:prstGeom>
            <a:solidFill>
              <a:srgbClr val="FF305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grpSp>
          <p:nvGrpSpPr>
            <p:cNvPr id="80" name="Google Shape;80;p3"/>
            <p:cNvGrpSpPr/>
            <p:nvPr/>
          </p:nvGrpSpPr>
          <p:grpSpPr>
            <a:xfrm>
              <a:off x="8047038" y="-621488"/>
              <a:ext cx="1700023" cy="1694461"/>
              <a:chOff x="7970986" y="-583107"/>
              <a:chExt cx="1756948" cy="1751200"/>
            </a:xfrm>
          </p:grpSpPr>
          <p:sp>
            <p:nvSpPr>
              <p:cNvPr id="81" name="Google Shape;81;p3"/>
              <p:cNvSpPr/>
              <p:nvPr/>
            </p:nvSpPr>
            <p:spPr>
              <a:xfrm>
                <a:off x="8546572" y="586993"/>
                <a:ext cx="582600" cy="5811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82" name="Google Shape;82;p3"/>
              <p:cNvSpPr/>
              <p:nvPr/>
            </p:nvSpPr>
            <p:spPr>
              <a:xfrm>
                <a:off x="8555003" y="3633"/>
                <a:ext cx="574200" cy="5835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grpSp>
            <p:nvGrpSpPr>
              <p:cNvPr id="83" name="Google Shape;83;p3"/>
              <p:cNvGrpSpPr/>
              <p:nvPr/>
            </p:nvGrpSpPr>
            <p:grpSpPr>
              <a:xfrm>
                <a:off x="7970986" y="-583107"/>
                <a:ext cx="1756948" cy="1751158"/>
                <a:chOff x="6271275" y="-1363750"/>
                <a:chExt cx="4300975" cy="4286800"/>
              </a:xfrm>
            </p:grpSpPr>
            <p:sp>
              <p:nvSpPr>
                <p:cNvPr id="84" name="Google Shape;84;p3"/>
                <p:cNvSpPr/>
                <p:nvPr/>
              </p:nvSpPr>
              <p:spPr>
                <a:xfrm>
                  <a:off x="7714750" y="-1363750"/>
                  <a:ext cx="2857500" cy="2857500"/>
                </a:xfrm>
                <a:prstGeom prst="pie">
                  <a:avLst>
                    <a:gd name="adj1" fmla="val 5429893"/>
                    <a:gd name="adj2" fmla="val 10796530"/>
                  </a:avLst>
                </a:prstGeom>
                <a:solidFill>
                  <a:srgbClr val="4040DC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Open Sans"/>
                    <a:ea typeface="Open Sans"/>
                    <a:cs typeface="Open Sans"/>
                    <a:sym typeface="Open Sans"/>
                  </a:endParaRPr>
                </a:p>
              </p:txBody>
            </p:sp>
            <p:sp>
              <p:nvSpPr>
                <p:cNvPr id="85" name="Google Shape;85;p3"/>
                <p:cNvSpPr/>
                <p:nvPr/>
              </p:nvSpPr>
              <p:spPr>
                <a:xfrm>
                  <a:off x="6286500" y="-1363750"/>
                  <a:ext cx="2857500" cy="2857500"/>
                </a:xfrm>
                <a:prstGeom prst="pie">
                  <a:avLst>
                    <a:gd name="adj1" fmla="val 5429893"/>
                    <a:gd name="adj2" fmla="val 10799940"/>
                  </a:avLst>
                </a:prstGeom>
                <a:solidFill>
                  <a:srgbClr val="4040DC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Open Sans"/>
                    <a:ea typeface="Open Sans"/>
                    <a:cs typeface="Open Sans"/>
                    <a:sym typeface="Open Sans"/>
                  </a:endParaRPr>
                </a:p>
              </p:txBody>
            </p:sp>
            <p:sp>
              <p:nvSpPr>
                <p:cNvPr id="86" name="Google Shape;86;p3"/>
                <p:cNvSpPr/>
                <p:nvPr/>
              </p:nvSpPr>
              <p:spPr>
                <a:xfrm>
                  <a:off x="7699525" y="65550"/>
                  <a:ext cx="2857500" cy="2857500"/>
                </a:xfrm>
                <a:prstGeom prst="pie">
                  <a:avLst>
                    <a:gd name="adj1" fmla="val 5429893"/>
                    <a:gd name="adj2" fmla="val 10796530"/>
                  </a:avLst>
                </a:prstGeom>
                <a:solidFill>
                  <a:srgbClr val="4040DC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Open Sans"/>
                    <a:ea typeface="Open Sans"/>
                    <a:cs typeface="Open Sans"/>
                    <a:sym typeface="Open Sans"/>
                  </a:endParaRPr>
                </a:p>
              </p:txBody>
            </p:sp>
            <p:sp>
              <p:nvSpPr>
                <p:cNvPr id="87" name="Google Shape;87;p3"/>
                <p:cNvSpPr/>
                <p:nvPr/>
              </p:nvSpPr>
              <p:spPr>
                <a:xfrm>
                  <a:off x="6271275" y="65550"/>
                  <a:ext cx="2857500" cy="2857500"/>
                </a:xfrm>
                <a:prstGeom prst="pie">
                  <a:avLst>
                    <a:gd name="adj1" fmla="val 5429893"/>
                    <a:gd name="adj2" fmla="val 10799940"/>
                  </a:avLst>
                </a:prstGeom>
                <a:solidFill>
                  <a:srgbClr val="4040DC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Open Sans"/>
                    <a:ea typeface="Open Sans"/>
                    <a:cs typeface="Open Sans"/>
                    <a:sym typeface="Open Sans"/>
                  </a:endParaRPr>
                </a:p>
              </p:txBody>
            </p:sp>
          </p:grpSp>
        </p:grpSp>
        <p:grpSp>
          <p:nvGrpSpPr>
            <p:cNvPr id="88" name="Google Shape;88;p3"/>
            <p:cNvGrpSpPr/>
            <p:nvPr/>
          </p:nvGrpSpPr>
          <p:grpSpPr>
            <a:xfrm>
              <a:off x="8361820" y="4777390"/>
              <a:ext cx="430752" cy="178126"/>
              <a:chOff x="7220825" y="861350"/>
              <a:chExt cx="145825" cy="60300"/>
            </a:xfrm>
          </p:grpSpPr>
          <p:sp>
            <p:nvSpPr>
              <p:cNvPr id="89" name="Google Shape;89;p3"/>
              <p:cNvSpPr/>
              <p:nvPr/>
            </p:nvSpPr>
            <p:spPr>
              <a:xfrm>
                <a:off x="7220825" y="861350"/>
                <a:ext cx="60300" cy="60300"/>
              </a:xfrm>
              <a:prstGeom prst="rect">
                <a:avLst/>
              </a:prstGeom>
              <a:solidFill>
                <a:schemeClr val="dk1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90" name="Google Shape;90;p3"/>
              <p:cNvSpPr/>
              <p:nvPr/>
            </p:nvSpPr>
            <p:spPr>
              <a:xfrm>
                <a:off x="7306350" y="861350"/>
                <a:ext cx="60300" cy="60300"/>
              </a:xfrm>
              <a:prstGeom prst="rect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</p:grpSp>
    </p:spTree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7"/>
          <p:cNvSpPr txBox="1">
            <a:spLocks noGrp="1"/>
          </p:cNvSpPr>
          <p:nvPr>
            <p:ph type="title"/>
          </p:nvPr>
        </p:nvSpPr>
        <p:spPr>
          <a:xfrm>
            <a:off x="811975" y="1213500"/>
            <a:ext cx="34125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>
            <a:endParaRPr/>
          </a:p>
        </p:txBody>
      </p:sp>
      <p:sp>
        <p:nvSpPr>
          <p:cNvPr id="151" name="Google Shape;151;p7"/>
          <p:cNvSpPr txBox="1">
            <a:spLocks noGrp="1"/>
          </p:cNvSpPr>
          <p:nvPr>
            <p:ph type="subTitle" idx="1"/>
          </p:nvPr>
        </p:nvSpPr>
        <p:spPr>
          <a:xfrm>
            <a:off x="811975" y="1977400"/>
            <a:ext cx="3412500" cy="196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Nunito Light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9pPr>
          </a:lstStyle>
          <a:p>
            <a:endParaRPr/>
          </a:p>
        </p:txBody>
      </p:sp>
      <p:sp>
        <p:nvSpPr>
          <p:cNvPr id="152" name="Google Shape;152;p7"/>
          <p:cNvSpPr>
            <a:spLocks noGrp="1"/>
          </p:cNvSpPr>
          <p:nvPr>
            <p:ph type="pic" idx="2"/>
          </p:nvPr>
        </p:nvSpPr>
        <p:spPr>
          <a:xfrm>
            <a:off x="4573125" y="539500"/>
            <a:ext cx="3857700" cy="40644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grpSp>
        <p:nvGrpSpPr>
          <p:cNvPr id="153" name="Google Shape;153;p7"/>
          <p:cNvGrpSpPr/>
          <p:nvPr/>
        </p:nvGrpSpPr>
        <p:grpSpPr>
          <a:xfrm>
            <a:off x="1" y="-9"/>
            <a:ext cx="9846039" cy="5851059"/>
            <a:chOff x="1" y="-9"/>
            <a:chExt cx="9846039" cy="5851059"/>
          </a:xfrm>
        </p:grpSpPr>
        <p:grpSp>
          <p:nvGrpSpPr>
            <p:cNvPr id="154" name="Google Shape;154;p7"/>
            <p:cNvGrpSpPr/>
            <p:nvPr/>
          </p:nvGrpSpPr>
          <p:grpSpPr>
            <a:xfrm rot="10800000" flipH="1">
              <a:off x="8493275" y="3832415"/>
              <a:ext cx="1352765" cy="2018635"/>
              <a:chOff x="6340387" y="-1363731"/>
              <a:chExt cx="2803659" cy="4183700"/>
            </a:xfrm>
          </p:grpSpPr>
          <p:sp>
            <p:nvSpPr>
              <p:cNvPr id="155" name="Google Shape;155;p7"/>
              <p:cNvSpPr/>
              <p:nvPr/>
            </p:nvSpPr>
            <p:spPr>
              <a:xfrm>
                <a:off x="6355246" y="-1363731"/>
                <a:ext cx="2788800" cy="2788800"/>
              </a:xfrm>
              <a:prstGeom prst="pie">
                <a:avLst>
                  <a:gd name="adj1" fmla="val 5429893"/>
                  <a:gd name="adj2" fmla="val 10799940"/>
                </a:avLst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56" name="Google Shape;156;p7"/>
              <p:cNvSpPr/>
              <p:nvPr/>
            </p:nvSpPr>
            <p:spPr>
              <a:xfrm>
                <a:off x="6340387" y="31169"/>
                <a:ext cx="2788800" cy="2788800"/>
              </a:xfrm>
              <a:prstGeom prst="pie">
                <a:avLst>
                  <a:gd name="adj1" fmla="val 5429893"/>
                  <a:gd name="adj2" fmla="val 10799940"/>
                </a:avLst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  <p:sp>
          <p:nvSpPr>
            <p:cNvPr id="157" name="Google Shape;157;p7"/>
            <p:cNvSpPr/>
            <p:nvPr/>
          </p:nvSpPr>
          <p:spPr>
            <a:xfrm>
              <a:off x="8459925" y="135975"/>
              <a:ext cx="538500" cy="538500"/>
            </a:xfrm>
            <a:prstGeom prst="star16">
              <a:avLst>
                <a:gd name="adj" fmla="val 26125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grpSp>
          <p:nvGrpSpPr>
            <p:cNvPr id="158" name="Google Shape;158;p7"/>
            <p:cNvGrpSpPr/>
            <p:nvPr/>
          </p:nvGrpSpPr>
          <p:grpSpPr>
            <a:xfrm>
              <a:off x="1" y="-9"/>
              <a:ext cx="546155" cy="546155"/>
              <a:chOff x="0" y="4437590"/>
              <a:chExt cx="705900" cy="705900"/>
            </a:xfrm>
          </p:grpSpPr>
          <p:sp>
            <p:nvSpPr>
              <p:cNvPr id="159" name="Google Shape;159;p7"/>
              <p:cNvSpPr/>
              <p:nvPr/>
            </p:nvSpPr>
            <p:spPr>
              <a:xfrm>
                <a:off x="0" y="4437590"/>
                <a:ext cx="705900" cy="705900"/>
              </a:xfrm>
              <a:prstGeom prst="rect">
                <a:avLst/>
              </a:prstGeom>
              <a:solidFill>
                <a:srgbClr val="4040D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grpSp>
            <p:nvGrpSpPr>
              <p:cNvPr id="160" name="Google Shape;160;p7"/>
              <p:cNvGrpSpPr/>
              <p:nvPr/>
            </p:nvGrpSpPr>
            <p:grpSpPr>
              <a:xfrm>
                <a:off x="58" y="4437653"/>
                <a:ext cx="705793" cy="705793"/>
                <a:chOff x="5564675" y="1326475"/>
                <a:chExt cx="1339775" cy="1339775"/>
              </a:xfrm>
            </p:grpSpPr>
            <p:sp>
              <p:nvSpPr>
                <p:cNvPr id="161" name="Google Shape;161;p7"/>
                <p:cNvSpPr/>
                <p:nvPr/>
              </p:nvSpPr>
              <p:spPr>
                <a:xfrm>
                  <a:off x="6234700" y="1996200"/>
                  <a:ext cx="669750" cy="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790" h="1" fill="none" extrusionOk="0">
                      <a:moveTo>
                        <a:pt x="0" y="1"/>
                      </a:moveTo>
                      <a:lnTo>
                        <a:pt x="26789" y="1"/>
                      </a:lnTo>
                    </a:path>
                  </a:pathLst>
                </a:custGeom>
                <a:noFill/>
                <a:ln w="14875" cap="flat" cmpd="sng">
                  <a:solidFill>
                    <a:schemeClr val="dk1"/>
                  </a:solidFill>
                  <a:prstDash val="solid"/>
                  <a:miter lim="1190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2" name="Google Shape;162;p7"/>
                <p:cNvSpPr/>
                <p:nvPr/>
              </p:nvSpPr>
              <p:spPr>
                <a:xfrm>
                  <a:off x="6234700" y="1822975"/>
                  <a:ext cx="646825" cy="173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873" h="6930" fill="none" extrusionOk="0">
                      <a:moveTo>
                        <a:pt x="0" y="6930"/>
                      </a:moveTo>
                      <a:lnTo>
                        <a:pt x="25873" y="0"/>
                      </a:lnTo>
                    </a:path>
                  </a:pathLst>
                </a:custGeom>
                <a:noFill/>
                <a:ln w="14875" cap="flat" cmpd="sng">
                  <a:solidFill>
                    <a:schemeClr val="dk1"/>
                  </a:solidFill>
                  <a:prstDash val="solid"/>
                  <a:miter lim="1190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3" name="Google Shape;163;p7"/>
                <p:cNvSpPr/>
                <p:nvPr/>
              </p:nvSpPr>
              <p:spPr>
                <a:xfrm>
                  <a:off x="6234700" y="1661350"/>
                  <a:ext cx="579850" cy="334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194" h="13395" fill="none" extrusionOk="0">
                      <a:moveTo>
                        <a:pt x="0" y="13395"/>
                      </a:moveTo>
                      <a:lnTo>
                        <a:pt x="23194" y="0"/>
                      </a:lnTo>
                    </a:path>
                  </a:pathLst>
                </a:custGeom>
                <a:noFill/>
                <a:ln w="14875" cap="flat" cmpd="sng">
                  <a:solidFill>
                    <a:schemeClr val="dk1"/>
                  </a:solidFill>
                  <a:prstDash val="solid"/>
                  <a:miter lim="1190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4" name="Google Shape;164;p7"/>
                <p:cNvSpPr/>
                <p:nvPr/>
              </p:nvSpPr>
              <p:spPr>
                <a:xfrm>
                  <a:off x="6234700" y="1522650"/>
                  <a:ext cx="473600" cy="473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944" h="18943" fill="none" extrusionOk="0">
                      <a:moveTo>
                        <a:pt x="0" y="18943"/>
                      </a:moveTo>
                      <a:lnTo>
                        <a:pt x="18943" y="0"/>
                      </a:lnTo>
                    </a:path>
                  </a:pathLst>
                </a:custGeom>
                <a:noFill/>
                <a:ln w="14875" cap="flat" cmpd="sng">
                  <a:solidFill>
                    <a:schemeClr val="dk1"/>
                  </a:solidFill>
                  <a:prstDash val="solid"/>
                  <a:miter lim="1190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5" name="Google Shape;165;p7"/>
                <p:cNvSpPr/>
                <p:nvPr/>
              </p:nvSpPr>
              <p:spPr>
                <a:xfrm>
                  <a:off x="6234700" y="1416375"/>
                  <a:ext cx="334875" cy="579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395" h="23194" fill="none" extrusionOk="0">
                      <a:moveTo>
                        <a:pt x="0" y="23194"/>
                      </a:moveTo>
                      <a:lnTo>
                        <a:pt x="13395" y="1"/>
                      </a:lnTo>
                    </a:path>
                  </a:pathLst>
                </a:custGeom>
                <a:noFill/>
                <a:ln w="14875" cap="flat" cmpd="sng">
                  <a:solidFill>
                    <a:schemeClr val="dk1"/>
                  </a:solidFill>
                  <a:prstDash val="solid"/>
                  <a:miter lim="1190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6" name="Google Shape;166;p7"/>
                <p:cNvSpPr/>
                <p:nvPr/>
              </p:nvSpPr>
              <p:spPr>
                <a:xfrm>
                  <a:off x="6234700" y="1349400"/>
                  <a:ext cx="173250" cy="646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30" h="25873" fill="none" extrusionOk="0">
                      <a:moveTo>
                        <a:pt x="0" y="25873"/>
                      </a:moveTo>
                      <a:lnTo>
                        <a:pt x="6930" y="1"/>
                      </a:lnTo>
                    </a:path>
                  </a:pathLst>
                </a:custGeom>
                <a:noFill/>
                <a:ln w="14875" cap="flat" cmpd="sng">
                  <a:solidFill>
                    <a:schemeClr val="dk1"/>
                  </a:solidFill>
                  <a:prstDash val="solid"/>
                  <a:miter lim="1190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7" name="Google Shape;167;p7"/>
                <p:cNvSpPr/>
                <p:nvPr/>
              </p:nvSpPr>
              <p:spPr>
                <a:xfrm>
                  <a:off x="6234700" y="1326475"/>
                  <a:ext cx="25" cy="669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" h="26790" fill="none" extrusionOk="0">
                      <a:moveTo>
                        <a:pt x="0" y="26790"/>
                      </a:moveTo>
                      <a:lnTo>
                        <a:pt x="0" y="1"/>
                      </a:lnTo>
                    </a:path>
                  </a:pathLst>
                </a:custGeom>
                <a:noFill/>
                <a:ln w="14875" cap="flat" cmpd="sng">
                  <a:solidFill>
                    <a:schemeClr val="dk1"/>
                  </a:solidFill>
                  <a:prstDash val="solid"/>
                  <a:miter lim="1190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8" name="Google Shape;168;p7"/>
                <p:cNvSpPr/>
                <p:nvPr/>
              </p:nvSpPr>
              <p:spPr>
                <a:xfrm>
                  <a:off x="6061150" y="1349400"/>
                  <a:ext cx="173575" cy="646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43" h="25873" fill="none" extrusionOk="0">
                      <a:moveTo>
                        <a:pt x="6942" y="25873"/>
                      </a:moveTo>
                      <a:lnTo>
                        <a:pt x="1" y="1"/>
                      </a:lnTo>
                    </a:path>
                  </a:pathLst>
                </a:custGeom>
                <a:noFill/>
                <a:ln w="14875" cap="flat" cmpd="sng">
                  <a:solidFill>
                    <a:schemeClr val="dk1"/>
                  </a:solidFill>
                  <a:prstDash val="solid"/>
                  <a:miter lim="1190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9" name="Google Shape;169;p7"/>
                <p:cNvSpPr/>
                <p:nvPr/>
              </p:nvSpPr>
              <p:spPr>
                <a:xfrm>
                  <a:off x="5899525" y="1416375"/>
                  <a:ext cx="335200" cy="579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408" h="23194" fill="none" extrusionOk="0">
                      <a:moveTo>
                        <a:pt x="13407" y="23194"/>
                      </a:moveTo>
                      <a:lnTo>
                        <a:pt x="1" y="1"/>
                      </a:lnTo>
                    </a:path>
                  </a:pathLst>
                </a:custGeom>
                <a:noFill/>
                <a:ln w="14875" cap="flat" cmpd="sng">
                  <a:solidFill>
                    <a:schemeClr val="dk1"/>
                  </a:solidFill>
                  <a:prstDash val="solid"/>
                  <a:miter lim="1190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0" name="Google Shape;170;p7"/>
                <p:cNvSpPr/>
                <p:nvPr/>
              </p:nvSpPr>
              <p:spPr>
                <a:xfrm>
                  <a:off x="5760825" y="1522650"/>
                  <a:ext cx="473900" cy="473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956" h="18943" fill="none" extrusionOk="0">
                      <a:moveTo>
                        <a:pt x="18955" y="18943"/>
                      </a:moveTo>
                      <a:lnTo>
                        <a:pt x="1" y="0"/>
                      </a:lnTo>
                    </a:path>
                  </a:pathLst>
                </a:custGeom>
                <a:noFill/>
                <a:ln w="14875" cap="flat" cmpd="sng">
                  <a:solidFill>
                    <a:schemeClr val="dk1"/>
                  </a:solidFill>
                  <a:prstDash val="solid"/>
                  <a:miter lim="1190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1" name="Google Shape;171;p7"/>
                <p:cNvSpPr/>
                <p:nvPr/>
              </p:nvSpPr>
              <p:spPr>
                <a:xfrm>
                  <a:off x="5654575" y="1661350"/>
                  <a:ext cx="580150" cy="334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206" h="13395" fill="none" extrusionOk="0">
                      <a:moveTo>
                        <a:pt x="23205" y="13395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14875" cap="flat" cmpd="sng">
                  <a:solidFill>
                    <a:schemeClr val="dk1"/>
                  </a:solidFill>
                  <a:prstDash val="solid"/>
                  <a:miter lim="1190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2" name="Google Shape;172;p7"/>
                <p:cNvSpPr/>
                <p:nvPr/>
              </p:nvSpPr>
              <p:spPr>
                <a:xfrm>
                  <a:off x="5587600" y="1822975"/>
                  <a:ext cx="647125" cy="173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885" h="6930" fill="none" extrusionOk="0">
                      <a:moveTo>
                        <a:pt x="25884" y="6930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14875" cap="flat" cmpd="sng">
                  <a:solidFill>
                    <a:schemeClr val="dk1"/>
                  </a:solidFill>
                  <a:prstDash val="solid"/>
                  <a:miter lim="1190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3" name="Google Shape;173;p7"/>
                <p:cNvSpPr/>
                <p:nvPr/>
              </p:nvSpPr>
              <p:spPr>
                <a:xfrm>
                  <a:off x="5564675" y="1996200"/>
                  <a:ext cx="670050" cy="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802" h="1" fill="none" extrusionOk="0">
                      <a:moveTo>
                        <a:pt x="26801" y="1"/>
                      </a:moveTo>
                      <a:lnTo>
                        <a:pt x="0" y="1"/>
                      </a:lnTo>
                    </a:path>
                  </a:pathLst>
                </a:custGeom>
                <a:noFill/>
                <a:ln w="14875" cap="flat" cmpd="sng">
                  <a:solidFill>
                    <a:schemeClr val="dk1"/>
                  </a:solidFill>
                  <a:prstDash val="solid"/>
                  <a:miter lim="1190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4" name="Google Shape;174;p7"/>
                <p:cNvSpPr/>
                <p:nvPr/>
              </p:nvSpPr>
              <p:spPr>
                <a:xfrm>
                  <a:off x="5587600" y="1996200"/>
                  <a:ext cx="647125" cy="173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885" h="6943" fill="none" extrusionOk="0">
                      <a:moveTo>
                        <a:pt x="25884" y="1"/>
                      </a:moveTo>
                      <a:lnTo>
                        <a:pt x="0" y="6942"/>
                      </a:lnTo>
                    </a:path>
                  </a:pathLst>
                </a:custGeom>
                <a:noFill/>
                <a:ln w="14875" cap="flat" cmpd="sng">
                  <a:solidFill>
                    <a:schemeClr val="dk1"/>
                  </a:solidFill>
                  <a:prstDash val="solid"/>
                  <a:miter lim="1190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5" name="Google Shape;175;p7"/>
                <p:cNvSpPr/>
                <p:nvPr/>
              </p:nvSpPr>
              <p:spPr>
                <a:xfrm>
                  <a:off x="5654575" y="1996200"/>
                  <a:ext cx="580150" cy="335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206" h="13408" fill="none" extrusionOk="0">
                      <a:moveTo>
                        <a:pt x="23205" y="1"/>
                      </a:moveTo>
                      <a:lnTo>
                        <a:pt x="0" y="13407"/>
                      </a:lnTo>
                    </a:path>
                  </a:pathLst>
                </a:custGeom>
                <a:noFill/>
                <a:ln w="14875" cap="flat" cmpd="sng">
                  <a:solidFill>
                    <a:schemeClr val="dk1"/>
                  </a:solidFill>
                  <a:prstDash val="solid"/>
                  <a:miter lim="1190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6" name="Google Shape;176;p7"/>
                <p:cNvSpPr/>
                <p:nvPr/>
              </p:nvSpPr>
              <p:spPr>
                <a:xfrm>
                  <a:off x="5760825" y="1996200"/>
                  <a:ext cx="473900" cy="473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956" h="18944" fill="none" extrusionOk="0">
                      <a:moveTo>
                        <a:pt x="18955" y="1"/>
                      </a:moveTo>
                      <a:lnTo>
                        <a:pt x="1" y="18944"/>
                      </a:lnTo>
                    </a:path>
                  </a:pathLst>
                </a:custGeom>
                <a:noFill/>
                <a:ln w="14875" cap="flat" cmpd="sng">
                  <a:solidFill>
                    <a:schemeClr val="dk1"/>
                  </a:solidFill>
                  <a:prstDash val="solid"/>
                  <a:miter lim="1190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7" name="Google Shape;177;p7"/>
                <p:cNvSpPr/>
                <p:nvPr/>
              </p:nvSpPr>
              <p:spPr>
                <a:xfrm>
                  <a:off x="5899525" y="1996200"/>
                  <a:ext cx="335200" cy="5801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408" h="23207" fill="none" extrusionOk="0">
                      <a:moveTo>
                        <a:pt x="13407" y="1"/>
                      </a:moveTo>
                      <a:lnTo>
                        <a:pt x="1" y="23206"/>
                      </a:lnTo>
                    </a:path>
                  </a:pathLst>
                </a:custGeom>
                <a:noFill/>
                <a:ln w="14875" cap="flat" cmpd="sng">
                  <a:solidFill>
                    <a:schemeClr val="dk1"/>
                  </a:solidFill>
                  <a:prstDash val="solid"/>
                  <a:miter lim="1190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8" name="Google Shape;178;p7"/>
                <p:cNvSpPr/>
                <p:nvPr/>
              </p:nvSpPr>
              <p:spPr>
                <a:xfrm>
                  <a:off x="6061150" y="1996200"/>
                  <a:ext cx="173575" cy="647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43" h="25885" fill="none" extrusionOk="0">
                      <a:moveTo>
                        <a:pt x="6942" y="1"/>
                      </a:moveTo>
                      <a:lnTo>
                        <a:pt x="1" y="25885"/>
                      </a:lnTo>
                    </a:path>
                  </a:pathLst>
                </a:custGeom>
                <a:noFill/>
                <a:ln w="14875" cap="flat" cmpd="sng">
                  <a:solidFill>
                    <a:schemeClr val="dk1"/>
                  </a:solidFill>
                  <a:prstDash val="solid"/>
                  <a:miter lim="1190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9" name="Google Shape;179;p7"/>
                <p:cNvSpPr/>
                <p:nvPr/>
              </p:nvSpPr>
              <p:spPr>
                <a:xfrm>
                  <a:off x="6234700" y="1996200"/>
                  <a:ext cx="25" cy="670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" h="26802" fill="none" extrusionOk="0">
                      <a:moveTo>
                        <a:pt x="0" y="1"/>
                      </a:moveTo>
                      <a:lnTo>
                        <a:pt x="0" y="26802"/>
                      </a:lnTo>
                    </a:path>
                  </a:pathLst>
                </a:custGeom>
                <a:noFill/>
                <a:ln w="14875" cap="flat" cmpd="sng">
                  <a:solidFill>
                    <a:schemeClr val="dk1"/>
                  </a:solidFill>
                  <a:prstDash val="solid"/>
                  <a:miter lim="1190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0" name="Google Shape;180;p7"/>
                <p:cNvSpPr/>
                <p:nvPr/>
              </p:nvSpPr>
              <p:spPr>
                <a:xfrm>
                  <a:off x="6234700" y="1996200"/>
                  <a:ext cx="173250" cy="647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30" h="25885" fill="none" extrusionOk="0">
                      <a:moveTo>
                        <a:pt x="0" y="1"/>
                      </a:moveTo>
                      <a:lnTo>
                        <a:pt x="6930" y="25885"/>
                      </a:lnTo>
                    </a:path>
                  </a:pathLst>
                </a:custGeom>
                <a:noFill/>
                <a:ln w="14875" cap="flat" cmpd="sng">
                  <a:solidFill>
                    <a:schemeClr val="dk1"/>
                  </a:solidFill>
                  <a:prstDash val="solid"/>
                  <a:miter lim="1190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1" name="Google Shape;181;p7"/>
                <p:cNvSpPr/>
                <p:nvPr/>
              </p:nvSpPr>
              <p:spPr>
                <a:xfrm>
                  <a:off x="6234700" y="1996200"/>
                  <a:ext cx="334875" cy="5801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395" h="23207" fill="none" extrusionOk="0">
                      <a:moveTo>
                        <a:pt x="0" y="1"/>
                      </a:moveTo>
                      <a:lnTo>
                        <a:pt x="13395" y="23206"/>
                      </a:lnTo>
                    </a:path>
                  </a:pathLst>
                </a:custGeom>
                <a:noFill/>
                <a:ln w="14875" cap="flat" cmpd="sng">
                  <a:solidFill>
                    <a:schemeClr val="dk1"/>
                  </a:solidFill>
                  <a:prstDash val="solid"/>
                  <a:miter lim="1190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2" name="Google Shape;182;p7"/>
                <p:cNvSpPr/>
                <p:nvPr/>
              </p:nvSpPr>
              <p:spPr>
                <a:xfrm>
                  <a:off x="6234700" y="1996200"/>
                  <a:ext cx="473600" cy="473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944" h="18944" fill="none" extrusionOk="0">
                      <a:moveTo>
                        <a:pt x="0" y="1"/>
                      </a:moveTo>
                      <a:lnTo>
                        <a:pt x="18943" y="18944"/>
                      </a:lnTo>
                    </a:path>
                  </a:pathLst>
                </a:custGeom>
                <a:noFill/>
                <a:ln w="14875" cap="flat" cmpd="sng">
                  <a:solidFill>
                    <a:schemeClr val="dk1"/>
                  </a:solidFill>
                  <a:prstDash val="solid"/>
                  <a:miter lim="1190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3" name="Google Shape;183;p7"/>
                <p:cNvSpPr/>
                <p:nvPr/>
              </p:nvSpPr>
              <p:spPr>
                <a:xfrm>
                  <a:off x="6234700" y="1996200"/>
                  <a:ext cx="579850" cy="335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194" h="13408" fill="none" extrusionOk="0">
                      <a:moveTo>
                        <a:pt x="0" y="1"/>
                      </a:moveTo>
                      <a:lnTo>
                        <a:pt x="23194" y="13407"/>
                      </a:lnTo>
                    </a:path>
                  </a:pathLst>
                </a:custGeom>
                <a:noFill/>
                <a:ln w="14875" cap="flat" cmpd="sng">
                  <a:solidFill>
                    <a:schemeClr val="dk1"/>
                  </a:solidFill>
                  <a:prstDash val="solid"/>
                  <a:miter lim="1190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4" name="Google Shape;184;p7"/>
                <p:cNvSpPr/>
                <p:nvPr/>
              </p:nvSpPr>
              <p:spPr>
                <a:xfrm>
                  <a:off x="6234700" y="1996200"/>
                  <a:ext cx="646825" cy="173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873" h="6943" fill="none" extrusionOk="0">
                      <a:moveTo>
                        <a:pt x="0" y="1"/>
                      </a:moveTo>
                      <a:lnTo>
                        <a:pt x="25873" y="6942"/>
                      </a:lnTo>
                    </a:path>
                  </a:pathLst>
                </a:custGeom>
                <a:noFill/>
                <a:ln w="14875" cap="flat" cmpd="sng">
                  <a:solidFill>
                    <a:schemeClr val="dk1"/>
                  </a:solidFill>
                  <a:prstDash val="solid"/>
                  <a:miter lim="1190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185" name="Google Shape;185;p7"/>
            <p:cNvGrpSpPr/>
            <p:nvPr/>
          </p:nvGrpSpPr>
          <p:grpSpPr>
            <a:xfrm>
              <a:off x="358702" y="3894614"/>
              <a:ext cx="182866" cy="1073512"/>
              <a:chOff x="1513550" y="551800"/>
              <a:chExt cx="384900" cy="2259550"/>
            </a:xfrm>
          </p:grpSpPr>
          <p:sp>
            <p:nvSpPr>
              <p:cNvPr id="186" name="Google Shape;186;p7"/>
              <p:cNvSpPr/>
              <p:nvPr/>
            </p:nvSpPr>
            <p:spPr>
              <a:xfrm>
                <a:off x="1513550" y="551800"/>
                <a:ext cx="384900" cy="333000"/>
              </a:xfrm>
              <a:prstGeom prst="triangle">
                <a:avLst>
                  <a:gd name="adj" fmla="val 500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87" name="Google Shape;187;p7"/>
              <p:cNvSpPr/>
              <p:nvPr/>
            </p:nvSpPr>
            <p:spPr>
              <a:xfrm>
                <a:off x="1513550" y="937110"/>
                <a:ext cx="384900" cy="333000"/>
              </a:xfrm>
              <a:prstGeom prst="triangle">
                <a:avLst>
                  <a:gd name="adj" fmla="val 500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88" name="Google Shape;188;p7"/>
              <p:cNvSpPr/>
              <p:nvPr/>
            </p:nvSpPr>
            <p:spPr>
              <a:xfrm>
                <a:off x="1513550" y="1322420"/>
                <a:ext cx="384900" cy="333000"/>
              </a:xfrm>
              <a:prstGeom prst="triangle">
                <a:avLst>
                  <a:gd name="adj" fmla="val 500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89" name="Google Shape;189;p7"/>
              <p:cNvSpPr/>
              <p:nvPr/>
            </p:nvSpPr>
            <p:spPr>
              <a:xfrm>
                <a:off x="1513550" y="1707730"/>
                <a:ext cx="384900" cy="333000"/>
              </a:xfrm>
              <a:prstGeom prst="triangle">
                <a:avLst>
                  <a:gd name="adj" fmla="val 500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90" name="Google Shape;190;p7"/>
              <p:cNvSpPr/>
              <p:nvPr/>
            </p:nvSpPr>
            <p:spPr>
              <a:xfrm>
                <a:off x="1513550" y="2093040"/>
                <a:ext cx="384900" cy="333000"/>
              </a:xfrm>
              <a:prstGeom prst="triangle">
                <a:avLst>
                  <a:gd name="adj" fmla="val 500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91" name="Google Shape;191;p7"/>
              <p:cNvSpPr/>
              <p:nvPr/>
            </p:nvSpPr>
            <p:spPr>
              <a:xfrm>
                <a:off x="1513550" y="2478350"/>
                <a:ext cx="384900" cy="333000"/>
              </a:xfrm>
              <a:prstGeom prst="triangle">
                <a:avLst>
                  <a:gd name="adj" fmla="val 500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</p:grpSp>
    </p:spTree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8"/>
          <p:cNvSpPr txBox="1">
            <a:spLocks noGrp="1"/>
          </p:cNvSpPr>
          <p:nvPr>
            <p:ph type="title"/>
          </p:nvPr>
        </p:nvSpPr>
        <p:spPr>
          <a:xfrm>
            <a:off x="2317950" y="1307100"/>
            <a:ext cx="45081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0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9"/>
          <p:cNvSpPr txBox="1">
            <a:spLocks noGrp="1"/>
          </p:cNvSpPr>
          <p:nvPr>
            <p:ph type="title"/>
          </p:nvPr>
        </p:nvSpPr>
        <p:spPr>
          <a:xfrm>
            <a:off x="2135550" y="1189100"/>
            <a:ext cx="4872900" cy="196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15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>
            <a:endParaRPr/>
          </a:p>
        </p:txBody>
      </p:sp>
      <p:sp>
        <p:nvSpPr>
          <p:cNvPr id="196" name="Google Shape;196;p9"/>
          <p:cNvSpPr txBox="1">
            <a:spLocks noGrp="1"/>
          </p:cNvSpPr>
          <p:nvPr>
            <p:ph type="subTitle" idx="1"/>
          </p:nvPr>
        </p:nvSpPr>
        <p:spPr>
          <a:xfrm>
            <a:off x="2135550" y="3153500"/>
            <a:ext cx="4872900" cy="67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"/>
          <p:cNvSpPr txBox="1">
            <a:spLocks noGrp="1"/>
          </p:cNvSpPr>
          <p:nvPr>
            <p:ph type="title"/>
          </p:nvPr>
        </p:nvSpPr>
        <p:spPr>
          <a:xfrm>
            <a:off x="720000" y="4014450"/>
            <a:ext cx="7704000" cy="572700"/>
          </a:xfrm>
          <a:prstGeom prst="rect">
            <a:avLst/>
          </a:prstGeom>
          <a:solidFill>
            <a:schemeClr val="accent2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BLANK_1_1"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4"/>
          <p:cNvSpPr txBox="1">
            <a:spLocks noGrp="1"/>
          </p:cNvSpPr>
          <p:nvPr>
            <p:ph type="title"/>
          </p:nvPr>
        </p:nvSpPr>
        <p:spPr>
          <a:xfrm>
            <a:off x="3115079" y="3059450"/>
            <a:ext cx="4593600" cy="53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3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261" name="Google Shape;261;p14"/>
          <p:cNvSpPr txBox="1">
            <a:spLocks noGrp="1"/>
          </p:cNvSpPr>
          <p:nvPr>
            <p:ph type="subTitle" idx="1"/>
          </p:nvPr>
        </p:nvSpPr>
        <p:spPr>
          <a:xfrm>
            <a:off x="1435313" y="1470475"/>
            <a:ext cx="6273300" cy="147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7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grpSp>
        <p:nvGrpSpPr>
          <p:cNvPr id="262" name="Google Shape;262;p14"/>
          <p:cNvGrpSpPr/>
          <p:nvPr/>
        </p:nvGrpSpPr>
        <p:grpSpPr>
          <a:xfrm>
            <a:off x="-111175" y="258909"/>
            <a:ext cx="1218002" cy="721777"/>
            <a:chOff x="7851280" y="1762935"/>
            <a:chExt cx="2373348" cy="1406425"/>
          </a:xfrm>
        </p:grpSpPr>
        <p:sp>
          <p:nvSpPr>
            <p:cNvPr id="263" name="Google Shape;263;p14"/>
            <p:cNvSpPr/>
            <p:nvPr/>
          </p:nvSpPr>
          <p:spPr>
            <a:xfrm rot="10800000" flipH="1">
              <a:off x="8818228" y="1762960"/>
              <a:ext cx="1406400" cy="1406400"/>
            </a:xfrm>
            <a:prstGeom prst="pie">
              <a:avLst>
                <a:gd name="adj1" fmla="val 5429893"/>
                <a:gd name="adj2" fmla="val 1079653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64" name="Google Shape;264;p14"/>
            <p:cNvSpPr/>
            <p:nvPr/>
          </p:nvSpPr>
          <p:spPr>
            <a:xfrm rot="10800000">
              <a:off x="7851280" y="1762935"/>
              <a:ext cx="1406400" cy="1406400"/>
            </a:xfrm>
            <a:prstGeom prst="pie">
              <a:avLst>
                <a:gd name="adj1" fmla="val 5429893"/>
                <a:gd name="adj2" fmla="val 1079994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sp>
        <p:nvSpPr>
          <p:cNvPr id="265" name="Google Shape;265;p14"/>
          <p:cNvSpPr/>
          <p:nvPr/>
        </p:nvSpPr>
        <p:spPr>
          <a:xfrm>
            <a:off x="1206650" y="4743050"/>
            <a:ext cx="363000" cy="363000"/>
          </a:xfrm>
          <a:prstGeom prst="star16">
            <a:avLst>
              <a:gd name="adj" fmla="val 26125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266" name="Google Shape;266;p14"/>
          <p:cNvGrpSpPr/>
          <p:nvPr/>
        </p:nvGrpSpPr>
        <p:grpSpPr>
          <a:xfrm>
            <a:off x="-608364" y="1"/>
            <a:ext cx="9752312" cy="5728897"/>
            <a:chOff x="-608364" y="1"/>
            <a:chExt cx="9752312" cy="5728897"/>
          </a:xfrm>
        </p:grpSpPr>
        <p:grpSp>
          <p:nvGrpSpPr>
            <p:cNvPr id="267" name="Google Shape;267;p14"/>
            <p:cNvGrpSpPr/>
            <p:nvPr/>
          </p:nvGrpSpPr>
          <p:grpSpPr>
            <a:xfrm>
              <a:off x="-608364" y="3977700"/>
              <a:ext cx="2338048" cy="1751198"/>
              <a:chOff x="-608364" y="3977700"/>
              <a:chExt cx="2338048" cy="1751198"/>
            </a:xfrm>
          </p:grpSpPr>
          <p:grpSp>
            <p:nvGrpSpPr>
              <p:cNvPr id="268" name="Google Shape;268;p14"/>
              <p:cNvGrpSpPr/>
              <p:nvPr/>
            </p:nvGrpSpPr>
            <p:grpSpPr>
              <a:xfrm rot="10800000">
                <a:off x="-608364" y="3977700"/>
                <a:ext cx="1770439" cy="1751198"/>
                <a:chOff x="7957496" y="-583107"/>
                <a:chExt cx="1770439" cy="1751198"/>
              </a:xfrm>
            </p:grpSpPr>
            <p:sp>
              <p:nvSpPr>
                <p:cNvPr id="269" name="Google Shape;269;p14"/>
                <p:cNvSpPr/>
                <p:nvPr/>
              </p:nvSpPr>
              <p:spPr>
                <a:xfrm>
                  <a:off x="7957496" y="586992"/>
                  <a:ext cx="1171500" cy="581100"/>
                </a:xfrm>
                <a:prstGeom prst="rect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Open Sans"/>
                    <a:ea typeface="Open Sans"/>
                    <a:cs typeface="Open Sans"/>
                    <a:sym typeface="Open Sans"/>
                  </a:endParaRPr>
                </a:p>
              </p:txBody>
            </p:sp>
            <p:sp>
              <p:nvSpPr>
                <p:cNvPr id="270" name="Google Shape;270;p14"/>
                <p:cNvSpPr/>
                <p:nvPr/>
              </p:nvSpPr>
              <p:spPr>
                <a:xfrm>
                  <a:off x="7965038" y="3642"/>
                  <a:ext cx="1164300" cy="583500"/>
                </a:xfrm>
                <a:prstGeom prst="rect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Open Sans"/>
                    <a:ea typeface="Open Sans"/>
                    <a:cs typeface="Open Sans"/>
                    <a:sym typeface="Open Sans"/>
                  </a:endParaRPr>
                </a:p>
              </p:txBody>
            </p:sp>
            <p:grpSp>
              <p:nvGrpSpPr>
                <p:cNvPr id="271" name="Google Shape;271;p14"/>
                <p:cNvGrpSpPr/>
                <p:nvPr/>
              </p:nvGrpSpPr>
              <p:grpSpPr>
                <a:xfrm>
                  <a:off x="7970986" y="-583107"/>
                  <a:ext cx="1756948" cy="1751158"/>
                  <a:chOff x="6271275" y="-1363750"/>
                  <a:chExt cx="4300975" cy="4286800"/>
                </a:xfrm>
              </p:grpSpPr>
              <p:sp>
                <p:nvSpPr>
                  <p:cNvPr id="272" name="Google Shape;272;p14"/>
                  <p:cNvSpPr/>
                  <p:nvPr/>
                </p:nvSpPr>
                <p:spPr>
                  <a:xfrm>
                    <a:off x="7714750" y="-1363750"/>
                    <a:ext cx="2857500" cy="2857500"/>
                  </a:xfrm>
                  <a:prstGeom prst="pie">
                    <a:avLst>
                      <a:gd name="adj1" fmla="val 5429893"/>
                      <a:gd name="adj2" fmla="val 10796530"/>
                    </a:avLst>
                  </a:pr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Open Sans"/>
                      <a:ea typeface="Open Sans"/>
                      <a:cs typeface="Open Sans"/>
                      <a:sym typeface="Open Sans"/>
                    </a:endParaRPr>
                  </a:p>
                </p:txBody>
              </p:sp>
              <p:sp>
                <p:nvSpPr>
                  <p:cNvPr id="273" name="Google Shape;273;p14"/>
                  <p:cNvSpPr/>
                  <p:nvPr/>
                </p:nvSpPr>
                <p:spPr>
                  <a:xfrm>
                    <a:off x="6286500" y="-1363750"/>
                    <a:ext cx="2857500" cy="2857500"/>
                  </a:xfrm>
                  <a:prstGeom prst="pie">
                    <a:avLst>
                      <a:gd name="adj1" fmla="val 5429893"/>
                      <a:gd name="adj2" fmla="val 10799940"/>
                    </a:avLst>
                  </a:pr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Open Sans"/>
                      <a:ea typeface="Open Sans"/>
                      <a:cs typeface="Open Sans"/>
                      <a:sym typeface="Open Sans"/>
                    </a:endParaRPr>
                  </a:p>
                </p:txBody>
              </p:sp>
              <p:sp>
                <p:nvSpPr>
                  <p:cNvPr id="274" name="Google Shape;274;p14"/>
                  <p:cNvSpPr/>
                  <p:nvPr/>
                </p:nvSpPr>
                <p:spPr>
                  <a:xfrm>
                    <a:off x="7699525" y="65550"/>
                    <a:ext cx="2857500" cy="2857500"/>
                  </a:xfrm>
                  <a:prstGeom prst="pie">
                    <a:avLst>
                      <a:gd name="adj1" fmla="val 5429893"/>
                      <a:gd name="adj2" fmla="val 10796530"/>
                    </a:avLst>
                  </a:pr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Open Sans"/>
                      <a:ea typeface="Open Sans"/>
                      <a:cs typeface="Open Sans"/>
                      <a:sym typeface="Open Sans"/>
                    </a:endParaRPr>
                  </a:p>
                </p:txBody>
              </p:sp>
              <p:sp>
                <p:nvSpPr>
                  <p:cNvPr id="275" name="Google Shape;275;p14"/>
                  <p:cNvSpPr/>
                  <p:nvPr/>
                </p:nvSpPr>
                <p:spPr>
                  <a:xfrm>
                    <a:off x="6271275" y="65550"/>
                    <a:ext cx="2857500" cy="2857500"/>
                  </a:xfrm>
                  <a:prstGeom prst="pie">
                    <a:avLst>
                      <a:gd name="adj1" fmla="val 5429893"/>
                      <a:gd name="adj2" fmla="val 10799940"/>
                    </a:avLst>
                  </a:pr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Open Sans"/>
                      <a:ea typeface="Open Sans"/>
                      <a:cs typeface="Open Sans"/>
                      <a:sym typeface="Open Sans"/>
                    </a:endParaRPr>
                  </a:p>
                </p:txBody>
              </p:sp>
            </p:grpSp>
          </p:grpSp>
          <p:grpSp>
            <p:nvGrpSpPr>
              <p:cNvPr id="276" name="Google Shape;276;p14"/>
              <p:cNvGrpSpPr/>
              <p:nvPr/>
            </p:nvGrpSpPr>
            <p:grpSpPr>
              <a:xfrm rot="10800000">
                <a:off x="556176" y="3977715"/>
                <a:ext cx="1173508" cy="1751158"/>
                <a:chOff x="6271275" y="-1363750"/>
                <a:chExt cx="2872725" cy="4286800"/>
              </a:xfrm>
            </p:grpSpPr>
            <p:sp>
              <p:nvSpPr>
                <p:cNvPr id="277" name="Google Shape;277;p14"/>
                <p:cNvSpPr/>
                <p:nvPr/>
              </p:nvSpPr>
              <p:spPr>
                <a:xfrm>
                  <a:off x="6286500" y="-1363750"/>
                  <a:ext cx="2857500" cy="2857500"/>
                </a:xfrm>
                <a:prstGeom prst="pie">
                  <a:avLst>
                    <a:gd name="adj1" fmla="val 5429893"/>
                    <a:gd name="adj2" fmla="val 10799940"/>
                  </a:avLst>
                </a:pr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Open Sans"/>
                    <a:ea typeface="Open Sans"/>
                    <a:cs typeface="Open Sans"/>
                    <a:sym typeface="Open Sans"/>
                  </a:endParaRPr>
                </a:p>
              </p:txBody>
            </p:sp>
            <p:sp>
              <p:nvSpPr>
                <p:cNvPr id="278" name="Google Shape;278;p14"/>
                <p:cNvSpPr/>
                <p:nvPr/>
              </p:nvSpPr>
              <p:spPr>
                <a:xfrm>
                  <a:off x="6271275" y="65550"/>
                  <a:ext cx="2857500" cy="2857500"/>
                </a:xfrm>
                <a:prstGeom prst="pie">
                  <a:avLst>
                    <a:gd name="adj1" fmla="val 5429893"/>
                    <a:gd name="adj2" fmla="val 10799940"/>
                  </a:avLst>
                </a:pr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Open Sans"/>
                    <a:ea typeface="Open Sans"/>
                    <a:cs typeface="Open Sans"/>
                    <a:sym typeface="Open Sans"/>
                  </a:endParaRPr>
                </a:p>
              </p:txBody>
            </p:sp>
          </p:grpSp>
        </p:grpSp>
        <p:grpSp>
          <p:nvGrpSpPr>
            <p:cNvPr id="279" name="Google Shape;279;p14"/>
            <p:cNvGrpSpPr/>
            <p:nvPr/>
          </p:nvGrpSpPr>
          <p:grpSpPr>
            <a:xfrm>
              <a:off x="8534563" y="1"/>
              <a:ext cx="609384" cy="545499"/>
              <a:chOff x="-1294850" y="2221075"/>
              <a:chExt cx="1446438" cy="1294800"/>
            </a:xfrm>
          </p:grpSpPr>
          <p:sp>
            <p:nvSpPr>
              <p:cNvPr id="280" name="Google Shape;280;p14"/>
              <p:cNvSpPr/>
              <p:nvPr/>
            </p:nvSpPr>
            <p:spPr>
              <a:xfrm>
                <a:off x="-1294712" y="2221075"/>
                <a:ext cx="1446300" cy="1294800"/>
              </a:xfrm>
              <a:prstGeom prst="rtTriangl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281" name="Google Shape;281;p14"/>
              <p:cNvSpPr/>
              <p:nvPr/>
            </p:nvSpPr>
            <p:spPr>
              <a:xfrm rot="10800000">
                <a:off x="-1294850" y="2221075"/>
                <a:ext cx="1446300" cy="1294800"/>
              </a:xfrm>
              <a:prstGeom prst="rtTriangl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282" name="Google Shape;282;p14"/>
              <p:cNvSpPr/>
              <p:nvPr/>
            </p:nvSpPr>
            <p:spPr>
              <a:xfrm rot="2556075">
                <a:off x="-973943" y="2473091"/>
                <a:ext cx="790673" cy="790673"/>
              </a:xfrm>
              <a:prstGeom prst="pie">
                <a:avLst>
                  <a:gd name="adj1" fmla="val 21511484"/>
                  <a:gd name="adj2" fmla="val 10788998"/>
                </a:avLst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283" name="Google Shape;283;p14"/>
              <p:cNvSpPr/>
              <p:nvPr/>
            </p:nvSpPr>
            <p:spPr>
              <a:xfrm rot="-8243925">
                <a:off x="-974023" y="2473176"/>
                <a:ext cx="790673" cy="790673"/>
              </a:xfrm>
              <a:prstGeom prst="pie">
                <a:avLst>
                  <a:gd name="adj1" fmla="val 0"/>
                  <a:gd name="adj2" fmla="val 10717323"/>
                </a:avLst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</p:grpSp>
    </p:spTree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_4_1"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16"/>
          <p:cNvSpPr txBox="1">
            <a:spLocks noGrp="1"/>
          </p:cNvSpPr>
          <p:nvPr>
            <p:ph type="title"/>
          </p:nvPr>
        </p:nvSpPr>
        <p:spPr>
          <a:xfrm>
            <a:off x="6050850" y="539500"/>
            <a:ext cx="2402100" cy="114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>
            <a:endParaRPr/>
          </a:p>
        </p:txBody>
      </p:sp>
      <p:sp>
        <p:nvSpPr>
          <p:cNvPr id="316" name="Google Shape;316;p16"/>
          <p:cNvSpPr txBox="1">
            <a:spLocks noGrp="1"/>
          </p:cNvSpPr>
          <p:nvPr>
            <p:ph type="subTitle" idx="1"/>
          </p:nvPr>
        </p:nvSpPr>
        <p:spPr>
          <a:xfrm>
            <a:off x="6050850" y="1799350"/>
            <a:ext cx="2402100" cy="102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317" name="Google Shape;317;p16"/>
          <p:cNvSpPr>
            <a:spLocks noGrp="1"/>
          </p:cNvSpPr>
          <p:nvPr>
            <p:ph type="pic" idx="2"/>
          </p:nvPr>
        </p:nvSpPr>
        <p:spPr>
          <a:xfrm>
            <a:off x="713225" y="554676"/>
            <a:ext cx="2801100" cy="40494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318" name="Google Shape;318;p16"/>
          <p:cNvSpPr>
            <a:spLocks noGrp="1"/>
          </p:cNvSpPr>
          <p:nvPr>
            <p:ph type="pic" idx="3"/>
          </p:nvPr>
        </p:nvSpPr>
        <p:spPr>
          <a:xfrm>
            <a:off x="3671775" y="539500"/>
            <a:ext cx="2304300" cy="22857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319" name="Google Shape;319;p16"/>
          <p:cNvSpPr>
            <a:spLocks noGrp="1"/>
          </p:cNvSpPr>
          <p:nvPr>
            <p:ph type="pic" idx="4"/>
          </p:nvPr>
        </p:nvSpPr>
        <p:spPr>
          <a:xfrm>
            <a:off x="3671775" y="2953775"/>
            <a:ext cx="4740300" cy="16503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320" name="Google Shape;320;p16"/>
          <p:cNvSpPr/>
          <p:nvPr/>
        </p:nvSpPr>
        <p:spPr>
          <a:xfrm>
            <a:off x="89450" y="4542450"/>
            <a:ext cx="538500" cy="538500"/>
          </a:xfrm>
          <a:prstGeom prst="star16">
            <a:avLst>
              <a:gd name="adj" fmla="val 26125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321" name="Google Shape;321;p16"/>
          <p:cNvGrpSpPr/>
          <p:nvPr/>
        </p:nvGrpSpPr>
        <p:grpSpPr>
          <a:xfrm>
            <a:off x="8147037" y="127947"/>
            <a:ext cx="1218002" cy="5038712"/>
            <a:chOff x="8147037" y="127947"/>
            <a:chExt cx="1218002" cy="5038712"/>
          </a:xfrm>
        </p:grpSpPr>
        <p:grpSp>
          <p:nvGrpSpPr>
            <p:cNvPr id="322" name="Google Shape;322;p16"/>
            <p:cNvGrpSpPr/>
            <p:nvPr/>
          </p:nvGrpSpPr>
          <p:grpSpPr>
            <a:xfrm rot="4422215">
              <a:off x="8524251" y="4523409"/>
              <a:ext cx="571063" cy="576586"/>
              <a:chOff x="6620164" y="4230084"/>
              <a:chExt cx="571077" cy="576600"/>
            </a:xfrm>
          </p:grpSpPr>
          <p:cxnSp>
            <p:nvCxnSpPr>
              <p:cNvPr id="323" name="Google Shape;323;p16"/>
              <p:cNvCxnSpPr/>
              <p:nvPr/>
            </p:nvCxnSpPr>
            <p:spPr>
              <a:xfrm rot="-4421478">
                <a:off x="6669699" y="4291446"/>
                <a:ext cx="467928" cy="453876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324" name="Google Shape;324;p16"/>
              <p:cNvSpPr/>
              <p:nvPr/>
            </p:nvSpPr>
            <p:spPr>
              <a:xfrm>
                <a:off x="6776940" y="4240750"/>
                <a:ext cx="414300" cy="504775"/>
              </a:xfrm>
              <a:custGeom>
                <a:avLst/>
                <a:gdLst/>
                <a:ahLst/>
                <a:cxnLst/>
                <a:rect l="l" t="t" r="r" b="b"/>
                <a:pathLst>
                  <a:path w="16572" h="20191" extrusionOk="0">
                    <a:moveTo>
                      <a:pt x="0" y="0"/>
                    </a:moveTo>
                    <a:lnTo>
                      <a:pt x="16572" y="4556"/>
                    </a:lnTo>
                    <a:lnTo>
                      <a:pt x="16572" y="4532"/>
                    </a:lnTo>
                    <a:lnTo>
                      <a:pt x="12369" y="20191"/>
                    </a:lnTo>
                  </a:path>
                </a:pathLst>
              </a:cu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325" name="Google Shape;325;p16"/>
            <p:cNvGrpSpPr/>
            <p:nvPr/>
          </p:nvGrpSpPr>
          <p:grpSpPr>
            <a:xfrm>
              <a:off x="8147037" y="127947"/>
              <a:ext cx="1218002" cy="721777"/>
              <a:chOff x="7851280" y="1762935"/>
              <a:chExt cx="2373348" cy="1406425"/>
            </a:xfrm>
          </p:grpSpPr>
          <p:sp>
            <p:nvSpPr>
              <p:cNvPr id="326" name="Google Shape;326;p16"/>
              <p:cNvSpPr/>
              <p:nvPr/>
            </p:nvSpPr>
            <p:spPr>
              <a:xfrm rot="10800000" flipH="1">
                <a:off x="8818228" y="1762960"/>
                <a:ext cx="1406400" cy="1406400"/>
              </a:xfrm>
              <a:prstGeom prst="pie">
                <a:avLst>
                  <a:gd name="adj1" fmla="val 5429893"/>
                  <a:gd name="adj2" fmla="val 10796530"/>
                </a:avLst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327" name="Google Shape;327;p16"/>
              <p:cNvSpPr/>
              <p:nvPr/>
            </p:nvSpPr>
            <p:spPr>
              <a:xfrm rot="10800000">
                <a:off x="7851280" y="1762935"/>
                <a:ext cx="1406400" cy="1406400"/>
              </a:xfrm>
              <a:prstGeom prst="pie">
                <a:avLst>
                  <a:gd name="adj1" fmla="val 5429893"/>
                  <a:gd name="adj2" fmla="val 10799940"/>
                </a:avLst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</p:grpSp>
    </p:spTree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3_1">
    <p:spTree>
      <p:nvGrpSpPr>
        <p:cNvPr id="1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p23"/>
          <p:cNvSpPr txBox="1">
            <a:spLocks noGrp="1"/>
          </p:cNvSpPr>
          <p:nvPr>
            <p:ph type="title"/>
          </p:nvPr>
        </p:nvSpPr>
        <p:spPr>
          <a:xfrm>
            <a:off x="2277450" y="563500"/>
            <a:ext cx="4589100" cy="1293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8500"/>
            </a:lvl1pPr>
            <a:lvl2pPr lvl="1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>
            <a:endParaRPr/>
          </a:p>
        </p:txBody>
      </p:sp>
      <p:sp>
        <p:nvSpPr>
          <p:cNvPr id="506" name="Google Shape;506;p23"/>
          <p:cNvSpPr txBox="1">
            <a:spLocks noGrp="1"/>
          </p:cNvSpPr>
          <p:nvPr>
            <p:ph type="subTitle" idx="1"/>
          </p:nvPr>
        </p:nvSpPr>
        <p:spPr>
          <a:xfrm>
            <a:off x="2277450" y="1730850"/>
            <a:ext cx="4589100" cy="129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507" name="Google Shape;507;p23"/>
          <p:cNvSpPr txBox="1"/>
          <p:nvPr/>
        </p:nvSpPr>
        <p:spPr>
          <a:xfrm>
            <a:off x="2099100" y="3611950"/>
            <a:ext cx="4945800" cy="55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CREDITS:</a:t>
            </a:r>
            <a:r>
              <a:rPr lang="en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This presentation template was created by </a:t>
            </a:r>
            <a:r>
              <a:rPr lang="en" sz="1200" b="1" u="sng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  <a:hlinkClick r:id="rId2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Slidesgo</a:t>
            </a:r>
            <a:r>
              <a:rPr lang="en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, and includes icons by </a:t>
            </a:r>
            <a:r>
              <a:rPr lang="en" sz="1200" b="1" u="sng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  <a:hlinkClick r:id="rId3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Flaticon</a:t>
            </a:r>
            <a:r>
              <a:rPr lang="en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, and infographics &amp; images by </a:t>
            </a:r>
            <a:r>
              <a:rPr lang="en" sz="1200" b="1" u="sng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  <a:hlinkClick r:id="rId4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Freepik</a:t>
            </a:r>
            <a:r>
              <a:rPr lang="en" sz="1200" u="sng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endParaRPr sz="1200" b="1" u="sng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508" name="Google Shape;508;p23"/>
          <p:cNvGrpSpPr/>
          <p:nvPr/>
        </p:nvGrpSpPr>
        <p:grpSpPr>
          <a:xfrm flipH="1">
            <a:off x="-155136" y="258897"/>
            <a:ext cx="1218002" cy="721777"/>
            <a:chOff x="7851280" y="1762935"/>
            <a:chExt cx="2373348" cy="1406425"/>
          </a:xfrm>
        </p:grpSpPr>
        <p:sp>
          <p:nvSpPr>
            <p:cNvPr id="509" name="Google Shape;509;p23"/>
            <p:cNvSpPr/>
            <p:nvPr/>
          </p:nvSpPr>
          <p:spPr>
            <a:xfrm rot="10800000" flipH="1">
              <a:off x="8818228" y="1762960"/>
              <a:ext cx="1406400" cy="1406400"/>
            </a:xfrm>
            <a:prstGeom prst="pie">
              <a:avLst>
                <a:gd name="adj1" fmla="val 5429893"/>
                <a:gd name="adj2" fmla="val 1079653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510" name="Google Shape;510;p23"/>
            <p:cNvSpPr/>
            <p:nvPr/>
          </p:nvSpPr>
          <p:spPr>
            <a:xfrm rot="10800000">
              <a:off x="7851280" y="1762935"/>
              <a:ext cx="1406400" cy="1406400"/>
            </a:xfrm>
            <a:prstGeom prst="pie">
              <a:avLst>
                <a:gd name="adj1" fmla="val 5429893"/>
                <a:gd name="adj2" fmla="val 1079994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511" name="Google Shape;511;p23"/>
          <p:cNvGrpSpPr/>
          <p:nvPr/>
        </p:nvGrpSpPr>
        <p:grpSpPr>
          <a:xfrm>
            <a:off x="-831944" y="-3"/>
            <a:ext cx="9975941" cy="5955963"/>
            <a:chOff x="-831944" y="-3"/>
            <a:chExt cx="9975941" cy="5955963"/>
          </a:xfrm>
        </p:grpSpPr>
        <p:grpSp>
          <p:nvGrpSpPr>
            <p:cNvPr id="512" name="Google Shape;512;p23"/>
            <p:cNvGrpSpPr/>
            <p:nvPr/>
          </p:nvGrpSpPr>
          <p:grpSpPr>
            <a:xfrm rot="-5400000" flipH="1">
              <a:off x="8160460" y="4299489"/>
              <a:ext cx="182866" cy="1073512"/>
              <a:chOff x="1513550" y="551800"/>
              <a:chExt cx="384900" cy="2259550"/>
            </a:xfrm>
          </p:grpSpPr>
          <p:sp>
            <p:nvSpPr>
              <p:cNvPr id="513" name="Google Shape;513;p23"/>
              <p:cNvSpPr/>
              <p:nvPr/>
            </p:nvSpPr>
            <p:spPr>
              <a:xfrm>
                <a:off x="1513550" y="551800"/>
                <a:ext cx="384900" cy="333000"/>
              </a:xfrm>
              <a:prstGeom prst="triangle">
                <a:avLst>
                  <a:gd name="adj" fmla="val 500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514" name="Google Shape;514;p23"/>
              <p:cNvSpPr/>
              <p:nvPr/>
            </p:nvSpPr>
            <p:spPr>
              <a:xfrm>
                <a:off x="1513550" y="937110"/>
                <a:ext cx="384900" cy="333000"/>
              </a:xfrm>
              <a:prstGeom prst="triangle">
                <a:avLst>
                  <a:gd name="adj" fmla="val 500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515" name="Google Shape;515;p23"/>
              <p:cNvSpPr/>
              <p:nvPr/>
            </p:nvSpPr>
            <p:spPr>
              <a:xfrm>
                <a:off x="1513550" y="1322420"/>
                <a:ext cx="384900" cy="333000"/>
              </a:xfrm>
              <a:prstGeom prst="triangle">
                <a:avLst>
                  <a:gd name="adj" fmla="val 500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516" name="Google Shape;516;p23"/>
              <p:cNvSpPr/>
              <p:nvPr/>
            </p:nvSpPr>
            <p:spPr>
              <a:xfrm>
                <a:off x="1513550" y="1707730"/>
                <a:ext cx="384900" cy="333000"/>
              </a:xfrm>
              <a:prstGeom prst="triangle">
                <a:avLst>
                  <a:gd name="adj" fmla="val 500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517" name="Google Shape;517;p23"/>
              <p:cNvSpPr/>
              <p:nvPr/>
            </p:nvSpPr>
            <p:spPr>
              <a:xfrm>
                <a:off x="1513550" y="2093040"/>
                <a:ext cx="384900" cy="333000"/>
              </a:xfrm>
              <a:prstGeom prst="triangle">
                <a:avLst>
                  <a:gd name="adj" fmla="val 500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518" name="Google Shape;518;p23"/>
              <p:cNvSpPr/>
              <p:nvPr/>
            </p:nvSpPr>
            <p:spPr>
              <a:xfrm>
                <a:off x="1513550" y="2478350"/>
                <a:ext cx="384900" cy="333000"/>
              </a:xfrm>
              <a:prstGeom prst="triangle">
                <a:avLst>
                  <a:gd name="adj" fmla="val 500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  <p:grpSp>
          <p:nvGrpSpPr>
            <p:cNvPr id="519" name="Google Shape;519;p23"/>
            <p:cNvGrpSpPr/>
            <p:nvPr/>
          </p:nvGrpSpPr>
          <p:grpSpPr>
            <a:xfrm>
              <a:off x="8654233" y="-3"/>
              <a:ext cx="489764" cy="438419"/>
              <a:chOff x="-1294850" y="2221075"/>
              <a:chExt cx="1446438" cy="1294800"/>
            </a:xfrm>
          </p:grpSpPr>
          <p:sp>
            <p:nvSpPr>
              <p:cNvPr id="520" name="Google Shape;520;p23"/>
              <p:cNvSpPr/>
              <p:nvPr/>
            </p:nvSpPr>
            <p:spPr>
              <a:xfrm>
                <a:off x="-1294712" y="2221075"/>
                <a:ext cx="1446300" cy="1294800"/>
              </a:xfrm>
              <a:prstGeom prst="rtTriangl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521" name="Google Shape;521;p23"/>
              <p:cNvSpPr/>
              <p:nvPr/>
            </p:nvSpPr>
            <p:spPr>
              <a:xfrm rot="10800000">
                <a:off x="-1294850" y="2221075"/>
                <a:ext cx="1446300" cy="1294800"/>
              </a:xfrm>
              <a:prstGeom prst="rtTriangl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522" name="Google Shape;522;p23"/>
              <p:cNvSpPr/>
              <p:nvPr/>
            </p:nvSpPr>
            <p:spPr>
              <a:xfrm rot="2556075">
                <a:off x="-973943" y="2473091"/>
                <a:ext cx="790673" cy="790673"/>
              </a:xfrm>
              <a:prstGeom prst="pie">
                <a:avLst>
                  <a:gd name="adj1" fmla="val 21511484"/>
                  <a:gd name="adj2" fmla="val 10788998"/>
                </a:avLst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523" name="Google Shape;523;p23"/>
              <p:cNvSpPr/>
              <p:nvPr/>
            </p:nvSpPr>
            <p:spPr>
              <a:xfrm rot="-8243925">
                <a:off x="-974023" y="2473176"/>
                <a:ext cx="790673" cy="790673"/>
              </a:xfrm>
              <a:prstGeom prst="pie">
                <a:avLst>
                  <a:gd name="adj1" fmla="val 0"/>
                  <a:gd name="adj2" fmla="val 10717323"/>
                </a:avLst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  <p:grpSp>
          <p:nvGrpSpPr>
            <p:cNvPr id="524" name="Google Shape;524;p23"/>
            <p:cNvGrpSpPr/>
            <p:nvPr/>
          </p:nvGrpSpPr>
          <p:grpSpPr>
            <a:xfrm rot="10800000">
              <a:off x="-831944" y="3611938"/>
              <a:ext cx="2351773" cy="2344022"/>
              <a:chOff x="6271275" y="-1363750"/>
              <a:chExt cx="4300975" cy="4286800"/>
            </a:xfrm>
          </p:grpSpPr>
          <p:sp>
            <p:nvSpPr>
              <p:cNvPr id="525" name="Google Shape;525;p23"/>
              <p:cNvSpPr/>
              <p:nvPr/>
            </p:nvSpPr>
            <p:spPr>
              <a:xfrm>
                <a:off x="7714750" y="-1363750"/>
                <a:ext cx="2857500" cy="2857500"/>
              </a:xfrm>
              <a:prstGeom prst="pie">
                <a:avLst>
                  <a:gd name="adj1" fmla="val 5429893"/>
                  <a:gd name="adj2" fmla="val 10796530"/>
                </a:avLst>
              </a:prstGeom>
              <a:solidFill>
                <a:srgbClr val="FF305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526" name="Google Shape;526;p23"/>
              <p:cNvSpPr/>
              <p:nvPr/>
            </p:nvSpPr>
            <p:spPr>
              <a:xfrm>
                <a:off x="6286500" y="-1363750"/>
                <a:ext cx="2857500" cy="2857500"/>
              </a:xfrm>
              <a:prstGeom prst="pie">
                <a:avLst>
                  <a:gd name="adj1" fmla="val 5429893"/>
                  <a:gd name="adj2" fmla="val 10799940"/>
                </a:avLst>
              </a:prstGeom>
              <a:solidFill>
                <a:srgbClr val="FF305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527" name="Google Shape;527;p23"/>
              <p:cNvSpPr/>
              <p:nvPr/>
            </p:nvSpPr>
            <p:spPr>
              <a:xfrm>
                <a:off x="7699525" y="65550"/>
                <a:ext cx="2857500" cy="2857500"/>
              </a:xfrm>
              <a:prstGeom prst="pie">
                <a:avLst>
                  <a:gd name="adj1" fmla="val 5429893"/>
                  <a:gd name="adj2" fmla="val 10796530"/>
                </a:avLst>
              </a:prstGeom>
              <a:solidFill>
                <a:srgbClr val="FF305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528" name="Google Shape;528;p23"/>
              <p:cNvSpPr/>
              <p:nvPr/>
            </p:nvSpPr>
            <p:spPr>
              <a:xfrm>
                <a:off x="6271275" y="65550"/>
                <a:ext cx="2857500" cy="2857500"/>
              </a:xfrm>
              <a:prstGeom prst="pie">
                <a:avLst>
                  <a:gd name="adj1" fmla="val 5429893"/>
                  <a:gd name="adj2" fmla="val 10799940"/>
                </a:avLst>
              </a:prstGeom>
              <a:solidFill>
                <a:srgbClr val="FF305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</p:grpSp>
    </p:spTree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0" name="Google Shape;530;p24"/>
          <p:cNvGrpSpPr/>
          <p:nvPr/>
        </p:nvGrpSpPr>
        <p:grpSpPr>
          <a:xfrm>
            <a:off x="-111175" y="4543805"/>
            <a:ext cx="1218002" cy="721777"/>
            <a:chOff x="7851280" y="1762935"/>
            <a:chExt cx="2373348" cy="1406425"/>
          </a:xfrm>
        </p:grpSpPr>
        <p:sp>
          <p:nvSpPr>
            <p:cNvPr id="531" name="Google Shape;531;p24"/>
            <p:cNvSpPr/>
            <p:nvPr/>
          </p:nvSpPr>
          <p:spPr>
            <a:xfrm rot="10800000" flipH="1">
              <a:off x="8818228" y="1762960"/>
              <a:ext cx="1406400" cy="1406400"/>
            </a:xfrm>
            <a:prstGeom prst="pie">
              <a:avLst>
                <a:gd name="adj1" fmla="val 5429893"/>
                <a:gd name="adj2" fmla="val 1079653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532" name="Google Shape;532;p24"/>
            <p:cNvSpPr/>
            <p:nvPr/>
          </p:nvSpPr>
          <p:spPr>
            <a:xfrm rot="10800000">
              <a:off x="7851280" y="1762935"/>
              <a:ext cx="1406400" cy="1406400"/>
            </a:xfrm>
            <a:prstGeom prst="pie">
              <a:avLst>
                <a:gd name="adj1" fmla="val 5429893"/>
                <a:gd name="adj2" fmla="val 1079994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533" name="Google Shape;533;p24"/>
          <p:cNvGrpSpPr/>
          <p:nvPr/>
        </p:nvGrpSpPr>
        <p:grpSpPr>
          <a:xfrm>
            <a:off x="-599764" y="-588282"/>
            <a:ext cx="9499288" cy="5570210"/>
            <a:chOff x="-599764" y="-588282"/>
            <a:chExt cx="9499288" cy="5570210"/>
          </a:xfrm>
        </p:grpSpPr>
        <p:grpSp>
          <p:nvGrpSpPr>
            <p:cNvPr id="534" name="Google Shape;534;p24"/>
            <p:cNvGrpSpPr/>
            <p:nvPr/>
          </p:nvGrpSpPr>
          <p:grpSpPr>
            <a:xfrm>
              <a:off x="8779358" y="4276497"/>
              <a:ext cx="120166" cy="705432"/>
              <a:chOff x="1513550" y="551800"/>
              <a:chExt cx="384900" cy="2259550"/>
            </a:xfrm>
          </p:grpSpPr>
          <p:sp>
            <p:nvSpPr>
              <p:cNvPr id="535" name="Google Shape;535;p24"/>
              <p:cNvSpPr/>
              <p:nvPr/>
            </p:nvSpPr>
            <p:spPr>
              <a:xfrm>
                <a:off x="1513550" y="551800"/>
                <a:ext cx="384900" cy="333000"/>
              </a:xfrm>
              <a:prstGeom prst="triangle">
                <a:avLst>
                  <a:gd name="adj" fmla="val 50000"/>
                </a:avLst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536" name="Google Shape;536;p24"/>
              <p:cNvSpPr/>
              <p:nvPr/>
            </p:nvSpPr>
            <p:spPr>
              <a:xfrm>
                <a:off x="1513550" y="937110"/>
                <a:ext cx="384900" cy="333000"/>
              </a:xfrm>
              <a:prstGeom prst="triangle">
                <a:avLst>
                  <a:gd name="adj" fmla="val 50000"/>
                </a:avLst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537" name="Google Shape;537;p24"/>
              <p:cNvSpPr/>
              <p:nvPr/>
            </p:nvSpPr>
            <p:spPr>
              <a:xfrm>
                <a:off x="1513550" y="1322420"/>
                <a:ext cx="384900" cy="333000"/>
              </a:xfrm>
              <a:prstGeom prst="triangle">
                <a:avLst>
                  <a:gd name="adj" fmla="val 50000"/>
                </a:avLst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538" name="Google Shape;538;p24"/>
              <p:cNvSpPr/>
              <p:nvPr/>
            </p:nvSpPr>
            <p:spPr>
              <a:xfrm>
                <a:off x="1513550" y="1707730"/>
                <a:ext cx="384900" cy="333000"/>
              </a:xfrm>
              <a:prstGeom prst="triangle">
                <a:avLst>
                  <a:gd name="adj" fmla="val 50000"/>
                </a:avLst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539" name="Google Shape;539;p24"/>
              <p:cNvSpPr/>
              <p:nvPr/>
            </p:nvSpPr>
            <p:spPr>
              <a:xfrm>
                <a:off x="1513550" y="2093040"/>
                <a:ext cx="384900" cy="333000"/>
              </a:xfrm>
              <a:prstGeom prst="triangle">
                <a:avLst>
                  <a:gd name="adj" fmla="val 50000"/>
                </a:avLst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540" name="Google Shape;540;p24"/>
              <p:cNvSpPr/>
              <p:nvPr/>
            </p:nvSpPr>
            <p:spPr>
              <a:xfrm>
                <a:off x="1513550" y="2478350"/>
                <a:ext cx="384900" cy="333000"/>
              </a:xfrm>
              <a:prstGeom prst="triangle">
                <a:avLst>
                  <a:gd name="adj" fmla="val 50000"/>
                </a:avLst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  <p:grpSp>
          <p:nvGrpSpPr>
            <p:cNvPr id="541" name="Google Shape;541;p24"/>
            <p:cNvGrpSpPr/>
            <p:nvPr/>
          </p:nvGrpSpPr>
          <p:grpSpPr>
            <a:xfrm rot="10800000" flipH="1">
              <a:off x="-599764" y="-588282"/>
              <a:ext cx="2338048" cy="1751207"/>
              <a:chOff x="-608364" y="3977692"/>
              <a:chExt cx="2338048" cy="1751207"/>
            </a:xfrm>
          </p:grpSpPr>
          <p:grpSp>
            <p:nvGrpSpPr>
              <p:cNvPr id="542" name="Google Shape;542;p24"/>
              <p:cNvGrpSpPr/>
              <p:nvPr/>
            </p:nvGrpSpPr>
            <p:grpSpPr>
              <a:xfrm rot="10800000">
                <a:off x="-608364" y="3977692"/>
                <a:ext cx="1766137" cy="1751207"/>
                <a:chOff x="7961797" y="-583107"/>
                <a:chExt cx="1766137" cy="1751207"/>
              </a:xfrm>
            </p:grpSpPr>
            <p:sp>
              <p:nvSpPr>
                <p:cNvPr id="543" name="Google Shape;543;p24"/>
                <p:cNvSpPr/>
                <p:nvPr/>
              </p:nvSpPr>
              <p:spPr>
                <a:xfrm>
                  <a:off x="7961797" y="587000"/>
                  <a:ext cx="1167300" cy="581100"/>
                </a:xfrm>
                <a:prstGeom prst="rect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Open Sans"/>
                    <a:ea typeface="Open Sans"/>
                    <a:cs typeface="Open Sans"/>
                    <a:sym typeface="Open Sans"/>
                  </a:endParaRPr>
                </a:p>
              </p:txBody>
            </p:sp>
            <p:sp>
              <p:nvSpPr>
                <p:cNvPr id="544" name="Google Shape;544;p24"/>
                <p:cNvSpPr/>
                <p:nvPr/>
              </p:nvSpPr>
              <p:spPr>
                <a:xfrm>
                  <a:off x="7965038" y="3642"/>
                  <a:ext cx="1164300" cy="583500"/>
                </a:xfrm>
                <a:prstGeom prst="rect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Open Sans"/>
                    <a:ea typeface="Open Sans"/>
                    <a:cs typeface="Open Sans"/>
                    <a:sym typeface="Open Sans"/>
                  </a:endParaRPr>
                </a:p>
              </p:txBody>
            </p:sp>
            <p:grpSp>
              <p:nvGrpSpPr>
                <p:cNvPr id="545" name="Google Shape;545;p24"/>
                <p:cNvGrpSpPr/>
                <p:nvPr/>
              </p:nvGrpSpPr>
              <p:grpSpPr>
                <a:xfrm>
                  <a:off x="7970986" y="-583107"/>
                  <a:ext cx="1756948" cy="1751158"/>
                  <a:chOff x="6271275" y="-1363750"/>
                  <a:chExt cx="4300975" cy="4286800"/>
                </a:xfrm>
              </p:grpSpPr>
              <p:sp>
                <p:nvSpPr>
                  <p:cNvPr id="546" name="Google Shape;546;p24"/>
                  <p:cNvSpPr/>
                  <p:nvPr/>
                </p:nvSpPr>
                <p:spPr>
                  <a:xfrm>
                    <a:off x="7714750" y="-1363750"/>
                    <a:ext cx="2857500" cy="2857500"/>
                  </a:xfrm>
                  <a:prstGeom prst="pie">
                    <a:avLst>
                      <a:gd name="adj1" fmla="val 5429893"/>
                      <a:gd name="adj2" fmla="val 10796530"/>
                    </a:avLst>
                  </a:pr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Open Sans"/>
                      <a:ea typeface="Open Sans"/>
                      <a:cs typeface="Open Sans"/>
                      <a:sym typeface="Open Sans"/>
                    </a:endParaRPr>
                  </a:p>
                </p:txBody>
              </p:sp>
              <p:sp>
                <p:nvSpPr>
                  <p:cNvPr id="547" name="Google Shape;547;p24"/>
                  <p:cNvSpPr/>
                  <p:nvPr/>
                </p:nvSpPr>
                <p:spPr>
                  <a:xfrm>
                    <a:off x="6286500" y="-1363750"/>
                    <a:ext cx="2857500" cy="2857500"/>
                  </a:xfrm>
                  <a:prstGeom prst="pie">
                    <a:avLst>
                      <a:gd name="adj1" fmla="val 5429893"/>
                      <a:gd name="adj2" fmla="val 10799940"/>
                    </a:avLst>
                  </a:pr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Open Sans"/>
                      <a:ea typeface="Open Sans"/>
                      <a:cs typeface="Open Sans"/>
                      <a:sym typeface="Open Sans"/>
                    </a:endParaRPr>
                  </a:p>
                </p:txBody>
              </p:sp>
              <p:sp>
                <p:nvSpPr>
                  <p:cNvPr id="548" name="Google Shape;548;p24"/>
                  <p:cNvSpPr/>
                  <p:nvPr/>
                </p:nvSpPr>
                <p:spPr>
                  <a:xfrm>
                    <a:off x="7699525" y="65550"/>
                    <a:ext cx="2857500" cy="2857500"/>
                  </a:xfrm>
                  <a:prstGeom prst="pie">
                    <a:avLst>
                      <a:gd name="adj1" fmla="val 5429893"/>
                      <a:gd name="adj2" fmla="val 10796530"/>
                    </a:avLst>
                  </a:pr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Open Sans"/>
                      <a:ea typeface="Open Sans"/>
                      <a:cs typeface="Open Sans"/>
                      <a:sym typeface="Open Sans"/>
                    </a:endParaRPr>
                  </a:p>
                </p:txBody>
              </p:sp>
              <p:sp>
                <p:nvSpPr>
                  <p:cNvPr id="549" name="Google Shape;549;p24"/>
                  <p:cNvSpPr/>
                  <p:nvPr/>
                </p:nvSpPr>
                <p:spPr>
                  <a:xfrm>
                    <a:off x="6271275" y="65550"/>
                    <a:ext cx="2857500" cy="2857500"/>
                  </a:xfrm>
                  <a:prstGeom prst="pie">
                    <a:avLst>
                      <a:gd name="adj1" fmla="val 5429893"/>
                      <a:gd name="adj2" fmla="val 10799940"/>
                    </a:avLst>
                  </a:pr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Open Sans"/>
                      <a:ea typeface="Open Sans"/>
                      <a:cs typeface="Open Sans"/>
                      <a:sym typeface="Open Sans"/>
                    </a:endParaRPr>
                  </a:p>
                </p:txBody>
              </p:sp>
            </p:grpSp>
          </p:grpSp>
          <p:grpSp>
            <p:nvGrpSpPr>
              <p:cNvPr id="550" name="Google Shape;550;p24"/>
              <p:cNvGrpSpPr/>
              <p:nvPr/>
            </p:nvGrpSpPr>
            <p:grpSpPr>
              <a:xfrm rot="10800000">
                <a:off x="556176" y="3977715"/>
                <a:ext cx="1173508" cy="1751158"/>
                <a:chOff x="6271275" y="-1363750"/>
                <a:chExt cx="2872725" cy="4286800"/>
              </a:xfrm>
            </p:grpSpPr>
            <p:sp>
              <p:nvSpPr>
                <p:cNvPr id="551" name="Google Shape;551;p24"/>
                <p:cNvSpPr/>
                <p:nvPr/>
              </p:nvSpPr>
              <p:spPr>
                <a:xfrm>
                  <a:off x="6286500" y="-1363750"/>
                  <a:ext cx="2857500" cy="2857500"/>
                </a:xfrm>
                <a:prstGeom prst="pie">
                  <a:avLst>
                    <a:gd name="adj1" fmla="val 5429893"/>
                    <a:gd name="adj2" fmla="val 10799940"/>
                  </a:avLst>
                </a:pr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Open Sans"/>
                    <a:ea typeface="Open Sans"/>
                    <a:cs typeface="Open Sans"/>
                    <a:sym typeface="Open Sans"/>
                  </a:endParaRPr>
                </a:p>
              </p:txBody>
            </p:sp>
            <p:sp>
              <p:nvSpPr>
                <p:cNvPr id="552" name="Google Shape;552;p24"/>
                <p:cNvSpPr/>
                <p:nvPr/>
              </p:nvSpPr>
              <p:spPr>
                <a:xfrm>
                  <a:off x="6271275" y="65550"/>
                  <a:ext cx="2857500" cy="2857500"/>
                </a:xfrm>
                <a:prstGeom prst="pie">
                  <a:avLst>
                    <a:gd name="adj1" fmla="val 5429893"/>
                    <a:gd name="adj2" fmla="val 10799940"/>
                  </a:avLst>
                </a:pr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Open Sans"/>
                    <a:ea typeface="Open Sans"/>
                    <a:cs typeface="Open Sans"/>
                    <a:sym typeface="Open Sans"/>
                  </a:endParaRPr>
                </a:p>
              </p:txBody>
            </p:sp>
          </p:grpSp>
        </p:grpSp>
      </p:grpSp>
      <p:sp>
        <p:nvSpPr>
          <p:cNvPr id="553" name="Google Shape;553;p24"/>
          <p:cNvSpPr/>
          <p:nvPr/>
        </p:nvSpPr>
        <p:spPr>
          <a:xfrm rot="10800000" flipH="1">
            <a:off x="1206650" y="37442"/>
            <a:ext cx="363000" cy="363000"/>
          </a:xfrm>
          <a:prstGeom prst="star16">
            <a:avLst>
              <a:gd name="adj" fmla="val 26125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5" name="Google Shape;555;p25"/>
          <p:cNvGrpSpPr/>
          <p:nvPr/>
        </p:nvGrpSpPr>
        <p:grpSpPr>
          <a:xfrm flipH="1">
            <a:off x="-685799" y="-9"/>
            <a:ext cx="9846039" cy="5851059"/>
            <a:chOff x="1" y="-9"/>
            <a:chExt cx="9846039" cy="5851059"/>
          </a:xfrm>
        </p:grpSpPr>
        <p:grpSp>
          <p:nvGrpSpPr>
            <p:cNvPr id="556" name="Google Shape;556;p25"/>
            <p:cNvGrpSpPr/>
            <p:nvPr/>
          </p:nvGrpSpPr>
          <p:grpSpPr>
            <a:xfrm rot="10800000" flipH="1">
              <a:off x="8493275" y="3832415"/>
              <a:ext cx="1352765" cy="2018635"/>
              <a:chOff x="6340387" y="-1363731"/>
              <a:chExt cx="2803659" cy="4183700"/>
            </a:xfrm>
          </p:grpSpPr>
          <p:sp>
            <p:nvSpPr>
              <p:cNvPr id="557" name="Google Shape;557;p25"/>
              <p:cNvSpPr/>
              <p:nvPr/>
            </p:nvSpPr>
            <p:spPr>
              <a:xfrm>
                <a:off x="6355246" y="-1363731"/>
                <a:ext cx="2788800" cy="2788800"/>
              </a:xfrm>
              <a:prstGeom prst="pie">
                <a:avLst>
                  <a:gd name="adj1" fmla="val 5429893"/>
                  <a:gd name="adj2" fmla="val 10799940"/>
                </a:avLst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558" name="Google Shape;558;p25"/>
              <p:cNvSpPr/>
              <p:nvPr/>
            </p:nvSpPr>
            <p:spPr>
              <a:xfrm>
                <a:off x="6340387" y="31169"/>
                <a:ext cx="2788800" cy="2788800"/>
              </a:xfrm>
              <a:prstGeom prst="pie">
                <a:avLst>
                  <a:gd name="adj1" fmla="val 5429893"/>
                  <a:gd name="adj2" fmla="val 10799940"/>
                </a:avLst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  <p:sp>
          <p:nvSpPr>
            <p:cNvPr id="559" name="Google Shape;559;p25"/>
            <p:cNvSpPr/>
            <p:nvPr/>
          </p:nvSpPr>
          <p:spPr>
            <a:xfrm>
              <a:off x="8459925" y="135975"/>
              <a:ext cx="538500" cy="538500"/>
            </a:xfrm>
            <a:prstGeom prst="star16">
              <a:avLst>
                <a:gd name="adj" fmla="val 26125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grpSp>
          <p:nvGrpSpPr>
            <p:cNvPr id="560" name="Google Shape;560;p25"/>
            <p:cNvGrpSpPr/>
            <p:nvPr/>
          </p:nvGrpSpPr>
          <p:grpSpPr>
            <a:xfrm>
              <a:off x="1" y="-9"/>
              <a:ext cx="546155" cy="546155"/>
              <a:chOff x="0" y="4437590"/>
              <a:chExt cx="705900" cy="705900"/>
            </a:xfrm>
          </p:grpSpPr>
          <p:sp>
            <p:nvSpPr>
              <p:cNvPr id="561" name="Google Shape;561;p25"/>
              <p:cNvSpPr/>
              <p:nvPr/>
            </p:nvSpPr>
            <p:spPr>
              <a:xfrm>
                <a:off x="0" y="4437590"/>
                <a:ext cx="705900" cy="7059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grpSp>
            <p:nvGrpSpPr>
              <p:cNvPr id="562" name="Google Shape;562;p25"/>
              <p:cNvGrpSpPr/>
              <p:nvPr/>
            </p:nvGrpSpPr>
            <p:grpSpPr>
              <a:xfrm>
                <a:off x="58" y="4437653"/>
                <a:ext cx="705793" cy="705793"/>
                <a:chOff x="5564675" y="1326475"/>
                <a:chExt cx="1339775" cy="1339775"/>
              </a:xfrm>
            </p:grpSpPr>
            <p:sp>
              <p:nvSpPr>
                <p:cNvPr id="563" name="Google Shape;563;p25"/>
                <p:cNvSpPr/>
                <p:nvPr/>
              </p:nvSpPr>
              <p:spPr>
                <a:xfrm>
                  <a:off x="6234700" y="1996200"/>
                  <a:ext cx="669750" cy="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790" h="1" fill="none" extrusionOk="0">
                      <a:moveTo>
                        <a:pt x="0" y="1"/>
                      </a:moveTo>
                      <a:lnTo>
                        <a:pt x="26789" y="1"/>
                      </a:lnTo>
                    </a:path>
                  </a:pathLst>
                </a:custGeom>
                <a:noFill/>
                <a:ln w="14875" cap="flat" cmpd="sng">
                  <a:solidFill>
                    <a:schemeClr val="dk1"/>
                  </a:solidFill>
                  <a:prstDash val="solid"/>
                  <a:miter lim="1190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64" name="Google Shape;564;p25"/>
                <p:cNvSpPr/>
                <p:nvPr/>
              </p:nvSpPr>
              <p:spPr>
                <a:xfrm>
                  <a:off x="6234700" y="1822975"/>
                  <a:ext cx="646825" cy="173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873" h="6930" fill="none" extrusionOk="0">
                      <a:moveTo>
                        <a:pt x="0" y="6930"/>
                      </a:moveTo>
                      <a:lnTo>
                        <a:pt x="25873" y="0"/>
                      </a:lnTo>
                    </a:path>
                  </a:pathLst>
                </a:custGeom>
                <a:noFill/>
                <a:ln w="14875" cap="flat" cmpd="sng">
                  <a:solidFill>
                    <a:schemeClr val="dk1"/>
                  </a:solidFill>
                  <a:prstDash val="solid"/>
                  <a:miter lim="1190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65" name="Google Shape;565;p25"/>
                <p:cNvSpPr/>
                <p:nvPr/>
              </p:nvSpPr>
              <p:spPr>
                <a:xfrm>
                  <a:off x="6234700" y="1661350"/>
                  <a:ext cx="579850" cy="334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194" h="13395" fill="none" extrusionOk="0">
                      <a:moveTo>
                        <a:pt x="0" y="13395"/>
                      </a:moveTo>
                      <a:lnTo>
                        <a:pt x="23194" y="0"/>
                      </a:lnTo>
                    </a:path>
                  </a:pathLst>
                </a:custGeom>
                <a:noFill/>
                <a:ln w="14875" cap="flat" cmpd="sng">
                  <a:solidFill>
                    <a:schemeClr val="dk1"/>
                  </a:solidFill>
                  <a:prstDash val="solid"/>
                  <a:miter lim="1190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66" name="Google Shape;566;p25"/>
                <p:cNvSpPr/>
                <p:nvPr/>
              </p:nvSpPr>
              <p:spPr>
                <a:xfrm>
                  <a:off x="6234700" y="1522650"/>
                  <a:ext cx="473600" cy="473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944" h="18943" fill="none" extrusionOk="0">
                      <a:moveTo>
                        <a:pt x="0" y="18943"/>
                      </a:moveTo>
                      <a:lnTo>
                        <a:pt x="18943" y="0"/>
                      </a:lnTo>
                    </a:path>
                  </a:pathLst>
                </a:custGeom>
                <a:noFill/>
                <a:ln w="14875" cap="flat" cmpd="sng">
                  <a:solidFill>
                    <a:schemeClr val="dk1"/>
                  </a:solidFill>
                  <a:prstDash val="solid"/>
                  <a:miter lim="1190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67" name="Google Shape;567;p25"/>
                <p:cNvSpPr/>
                <p:nvPr/>
              </p:nvSpPr>
              <p:spPr>
                <a:xfrm>
                  <a:off x="6234700" y="1416375"/>
                  <a:ext cx="334875" cy="579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395" h="23194" fill="none" extrusionOk="0">
                      <a:moveTo>
                        <a:pt x="0" y="23194"/>
                      </a:moveTo>
                      <a:lnTo>
                        <a:pt x="13395" y="1"/>
                      </a:lnTo>
                    </a:path>
                  </a:pathLst>
                </a:custGeom>
                <a:noFill/>
                <a:ln w="14875" cap="flat" cmpd="sng">
                  <a:solidFill>
                    <a:schemeClr val="dk1"/>
                  </a:solidFill>
                  <a:prstDash val="solid"/>
                  <a:miter lim="1190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68" name="Google Shape;568;p25"/>
                <p:cNvSpPr/>
                <p:nvPr/>
              </p:nvSpPr>
              <p:spPr>
                <a:xfrm>
                  <a:off x="6234700" y="1349400"/>
                  <a:ext cx="173250" cy="646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30" h="25873" fill="none" extrusionOk="0">
                      <a:moveTo>
                        <a:pt x="0" y="25873"/>
                      </a:moveTo>
                      <a:lnTo>
                        <a:pt x="6930" y="1"/>
                      </a:lnTo>
                    </a:path>
                  </a:pathLst>
                </a:custGeom>
                <a:noFill/>
                <a:ln w="14875" cap="flat" cmpd="sng">
                  <a:solidFill>
                    <a:schemeClr val="dk1"/>
                  </a:solidFill>
                  <a:prstDash val="solid"/>
                  <a:miter lim="1190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69" name="Google Shape;569;p25"/>
                <p:cNvSpPr/>
                <p:nvPr/>
              </p:nvSpPr>
              <p:spPr>
                <a:xfrm>
                  <a:off x="6234700" y="1326475"/>
                  <a:ext cx="25" cy="669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" h="26790" fill="none" extrusionOk="0">
                      <a:moveTo>
                        <a:pt x="0" y="26790"/>
                      </a:moveTo>
                      <a:lnTo>
                        <a:pt x="0" y="1"/>
                      </a:lnTo>
                    </a:path>
                  </a:pathLst>
                </a:custGeom>
                <a:noFill/>
                <a:ln w="14875" cap="flat" cmpd="sng">
                  <a:solidFill>
                    <a:schemeClr val="dk1"/>
                  </a:solidFill>
                  <a:prstDash val="solid"/>
                  <a:miter lim="1190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70" name="Google Shape;570;p25"/>
                <p:cNvSpPr/>
                <p:nvPr/>
              </p:nvSpPr>
              <p:spPr>
                <a:xfrm>
                  <a:off x="6061150" y="1349400"/>
                  <a:ext cx="173575" cy="646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43" h="25873" fill="none" extrusionOk="0">
                      <a:moveTo>
                        <a:pt x="6942" y="25873"/>
                      </a:moveTo>
                      <a:lnTo>
                        <a:pt x="1" y="1"/>
                      </a:lnTo>
                    </a:path>
                  </a:pathLst>
                </a:custGeom>
                <a:noFill/>
                <a:ln w="14875" cap="flat" cmpd="sng">
                  <a:solidFill>
                    <a:schemeClr val="dk1"/>
                  </a:solidFill>
                  <a:prstDash val="solid"/>
                  <a:miter lim="1190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71" name="Google Shape;571;p25"/>
                <p:cNvSpPr/>
                <p:nvPr/>
              </p:nvSpPr>
              <p:spPr>
                <a:xfrm>
                  <a:off x="5899525" y="1416375"/>
                  <a:ext cx="335200" cy="579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408" h="23194" fill="none" extrusionOk="0">
                      <a:moveTo>
                        <a:pt x="13407" y="23194"/>
                      </a:moveTo>
                      <a:lnTo>
                        <a:pt x="1" y="1"/>
                      </a:lnTo>
                    </a:path>
                  </a:pathLst>
                </a:custGeom>
                <a:noFill/>
                <a:ln w="14875" cap="flat" cmpd="sng">
                  <a:solidFill>
                    <a:schemeClr val="dk1"/>
                  </a:solidFill>
                  <a:prstDash val="solid"/>
                  <a:miter lim="1190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72" name="Google Shape;572;p25"/>
                <p:cNvSpPr/>
                <p:nvPr/>
              </p:nvSpPr>
              <p:spPr>
                <a:xfrm>
                  <a:off x="5760825" y="1522650"/>
                  <a:ext cx="473900" cy="473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956" h="18943" fill="none" extrusionOk="0">
                      <a:moveTo>
                        <a:pt x="18955" y="18943"/>
                      </a:moveTo>
                      <a:lnTo>
                        <a:pt x="1" y="0"/>
                      </a:lnTo>
                    </a:path>
                  </a:pathLst>
                </a:custGeom>
                <a:noFill/>
                <a:ln w="14875" cap="flat" cmpd="sng">
                  <a:solidFill>
                    <a:schemeClr val="dk1"/>
                  </a:solidFill>
                  <a:prstDash val="solid"/>
                  <a:miter lim="1190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73" name="Google Shape;573;p25"/>
                <p:cNvSpPr/>
                <p:nvPr/>
              </p:nvSpPr>
              <p:spPr>
                <a:xfrm>
                  <a:off x="5654575" y="1661350"/>
                  <a:ext cx="580150" cy="334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206" h="13395" fill="none" extrusionOk="0">
                      <a:moveTo>
                        <a:pt x="23205" y="13395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14875" cap="flat" cmpd="sng">
                  <a:solidFill>
                    <a:schemeClr val="dk1"/>
                  </a:solidFill>
                  <a:prstDash val="solid"/>
                  <a:miter lim="1190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74" name="Google Shape;574;p25"/>
                <p:cNvSpPr/>
                <p:nvPr/>
              </p:nvSpPr>
              <p:spPr>
                <a:xfrm>
                  <a:off x="5587600" y="1822975"/>
                  <a:ext cx="647125" cy="173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885" h="6930" fill="none" extrusionOk="0">
                      <a:moveTo>
                        <a:pt x="25884" y="6930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14875" cap="flat" cmpd="sng">
                  <a:solidFill>
                    <a:schemeClr val="dk1"/>
                  </a:solidFill>
                  <a:prstDash val="solid"/>
                  <a:miter lim="1190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75" name="Google Shape;575;p25"/>
                <p:cNvSpPr/>
                <p:nvPr/>
              </p:nvSpPr>
              <p:spPr>
                <a:xfrm>
                  <a:off x="5564675" y="1996200"/>
                  <a:ext cx="670050" cy="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802" h="1" fill="none" extrusionOk="0">
                      <a:moveTo>
                        <a:pt x="26801" y="1"/>
                      </a:moveTo>
                      <a:lnTo>
                        <a:pt x="0" y="1"/>
                      </a:lnTo>
                    </a:path>
                  </a:pathLst>
                </a:custGeom>
                <a:noFill/>
                <a:ln w="14875" cap="flat" cmpd="sng">
                  <a:solidFill>
                    <a:schemeClr val="dk1"/>
                  </a:solidFill>
                  <a:prstDash val="solid"/>
                  <a:miter lim="1190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76" name="Google Shape;576;p25"/>
                <p:cNvSpPr/>
                <p:nvPr/>
              </p:nvSpPr>
              <p:spPr>
                <a:xfrm>
                  <a:off x="5587600" y="1996200"/>
                  <a:ext cx="647125" cy="173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885" h="6943" fill="none" extrusionOk="0">
                      <a:moveTo>
                        <a:pt x="25884" y="1"/>
                      </a:moveTo>
                      <a:lnTo>
                        <a:pt x="0" y="6942"/>
                      </a:lnTo>
                    </a:path>
                  </a:pathLst>
                </a:custGeom>
                <a:noFill/>
                <a:ln w="14875" cap="flat" cmpd="sng">
                  <a:solidFill>
                    <a:schemeClr val="dk1"/>
                  </a:solidFill>
                  <a:prstDash val="solid"/>
                  <a:miter lim="1190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77" name="Google Shape;577;p25"/>
                <p:cNvSpPr/>
                <p:nvPr/>
              </p:nvSpPr>
              <p:spPr>
                <a:xfrm>
                  <a:off x="5654575" y="1996200"/>
                  <a:ext cx="580150" cy="335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206" h="13408" fill="none" extrusionOk="0">
                      <a:moveTo>
                        <a:pt x="23205" y="1"/>
                      </a:moveTo>
                      <a:lnTo>
                        <a:pt x="0" y="13407"/>
                      </a:lnTo>
                    </a:path>
                  </a:pathLst>
                </a:custGeom>
                <a:noFill/>
                <a:ln w="14875" cap="flat" cmpd="sng">
                  <a:solidFill>
                    <a:schemeClr val="dk1"/>
                  </a:solidFill>
                  <a:prstDash val="solid"/>
                  <a:miter lim="1190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78" name="Google Shape;578;p25"/>
                <p:cNvSpPr/>
                <p:nvPr/>
              </p:nvSpPr>
              <p:spPr>
                <a:xfrm>
                  <a:off x="5760825" y="1996200"/>
                  <a:ext cx="473900" cy="473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956" h="18944" fill="none" extrusionOk="0">
                      <a:moveTo>
                        <a:pt x="18955" y="1"/>
                      </a:moveTo>
                      <a:lnTo>
                        <a:pt x="1" y="18944"/>
                      </a:lnTo>
                    </a:path>
                  </a:pathLst>
                </a:custGeom>
                <a:noFill/>
                <a:ln w="14875" cap="flat" cmpd="sng">
                  <a:solidFill>
                    <a:schemeClr val="dk1"/>
                  </a:solidFill>
                  <a:prstDash val="solid"/>
                  <a:miter lim="1190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79" name="Google Shape;579;p25"/>
                <p:cNvSpPr/>
                <p:nvPr/>
              </p:nvSpPr>
              <p:spPr>
                <a:xfrm>
                  <a:off x="5899525" y="1996200"/>
                  <a:ext cx="335200" cy="5801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408" h="23207" fill="none" extrusionOk="0">
                      <a:moveTo>
                        <a:pt x="13407" y="1"/>
                      </a:moveTo>
                      <a:lnTo>
                        <a:pt x="1" y="23206"/>
                      </a:lnTo>
                    </a:path>
                  </a:pathLst>
                </a:custGeom>
                <a:noFill/>
                <a:ln w="14875" cap="flat" cmpd="sng">
                  <a:solidFill>
                    <a:schemeClr val="dk1"/>
                  </a:solidFill>
                  <a:prstDash val="solid"/>
                  <a:miter lim="1190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80" name="Google Shape;580;p25"/>
                <p:cNvSpPr/>
                <p:nvPr/>
              </p:nvSpPr>
              <p:spPr>
                <a:xfrm>
                  <a:off x="6061150" y="1996200"/>
                  <a:ext cx="173575" cy="647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43" h="25885" fill="none" extrusionOk="0">
                      <a:moveTo>
                        <a:pt x="6942" y="1"/>
                      </a:moveTo>
                      <a:lnTo>
                        <a:pt x="1" y="25885"/>
                      </a:lnTo>
                    </a:path>
                  </a:pathLst>
                </a:custGeom>
                <a:noFill/>
                <a:ln w="14875" cap="flat" cmpd="sng">
                  <a:solidFill>
                    <a:schemeClr val="dk1"/>
                  </a:solidFill>
                  <a:prstDash val="solid"/>
                  <a:miter lim="1190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81" name="Google Shape;581;p25"/>
                <p:cNvSpPr/>
                <p:nvPr/>
              </p:nvSpPr>
              <p:spPr>
                <a:xfrm>
                  <a:off x="6234700" y="1996200"/>
                  <a:ext cx="25" cy="670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" h="26802" fill="none" extrusionOk="0">
                      <a:moveTo>
                        <a:pt x="0" y="1"/>
                      </a:moveTo>
                      <a:lnTo>
                        <a:pt x="0" y="26802"/>
                      </a:lnTo>
                    </a:path>
                  </a:pathLst>
                </a:custGeom>
                <a:noFill/>
                <a:ln w="14875" cap="flat" cmpd="sng">
                  <a:solidFill>
                    <a:schemeClr val="dk1"/>
                  </a:solidFill>
                  <a:prstDash val="solid"/>
                  <a:miter lim="1190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82" name="Google Shape;582;p25"/>
                <p:cNvSpPr/>
                <p:nvPr/>
              </p:nvSpPr>
              <p:spPr>
                <a:xfrm>
                  <a:off x="6234700" y="1996200"/>
                  <a:ext cx="173250" cy="647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30" h="25885" fill="none" extrusionOk="0">
                      <a:moveTo>
                        <a:pt x="0" y="1"/>
                      </a:moveTo>
                      <a:lnTo>
                        <a:pt x="6930" y="25885"/>
                      </a:lnTo>
                    </a:path>
                  </a:pathLst>
                </a:custGeom>
                <a:noFill/>
                <a:ln w="14875" cap="flat" cmpd="sng">
                  <a:solidFill>
                    <a:schemeClr val="dk1"/>
                  </a:solidFill>
                  <a:prstDash val="solid"/>
                  <a:miter lim="1190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83" name="Google Shape;583;p25"/>
                <p:cNvSpPr/>
                <p:nvPr/>
              </p:nvSpPr>
              <p:spPr>
                <a:xfrm>
                  <a:off x="6234700" y="1996200"/>
                  <a:ext cx="334875" cy="5801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395" h="23207" fill="none" extrusionOk="0">
                      <a:moveTo>
                        <a:pt x="0" y="1"/>
                      </a:moveTo>
                      <a:lnTo>
                        <a:pt x="13395" y="23206"/>
                      </a:lnTo>
                    </a:path>
                  </a:pathLst>
                </a:custGeom>
                <a:noFill/>
                <a:ln w="14875" cap="flat" cmpd="sng">
                  <a:solidFill>
                    <a:schemeClr val="dk1"/>
                  </a:solidFill>
                  <a:prstDash val="solid"/>
                  <a:miter lim="1190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84" name="Google Shape;584;p25"/>
                <p:cNvSpPr/>
                <p:nvPr/>
              </p:nvSpPr>
              <p:spPr>
                <a:xfrm>
                  <a:off x="6234700" y="1996200"/>
                  <a:ext cx="473600" cy="473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944" h="18944" fill="none" extrusionOk="0">
                      <a:moveTo>
                        <a:pt x="0" y="1"/>
                      </a:moveTo>
                      <a:lnTo>
                        <a:pt x="18943" y="18944"/>
                      </a:lnTo>
                    </a:path>
                  </a:pathLst>
                </a:custGeom>
                <a:noFill/>
                <a:ln w="14875" cap="flat" cmpd="sng">
                  <a:solidFill>
                    <a:schemeClr val="dk1"/>
                  </a:solidFill>
                  <a:prstDash val="solid"/>
                  <a:miter lim="1190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85" name="Google Shape;585;p25"/>
                <p:cNvSpPr/>
                <p:nvPr/>
              </p:nvSpPr>
              <p:spPr>
                <a:xfrm>
                  <a:off x="6234700" y="1996200"/>
                  <a:ext cx="579850" cy="335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194" h="13408" fill="none" extrusionOk="0">
                      <a:moveTo>
                        <a:pt x="0" y="1"/>
                      </a:moveTo>
                      <a:lnTo>
                        <a:pt x="23194" y="13407"/>
                      </a:lnTo>
                    </a:path>
                  </a:pathLst>
                </a:custGeom>
                <a:noFill/>
                <a:ln w="14875" cap="flat" cmpd="sng">
                  <a:solidFill>
                    <a:schemeClr val="dk1"/>
                  </a:solidFill>
                  <a:prstDash val="solid"/>
                  <a:miter lim="1190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86" name="Google Shape;586;p25"/>
                <p:cNvSpPr/>
                <p:nvPr/>
              </p:nvSpPr>
              <p:spPr>
                <a:xfrm>
                  <a:off x="6234700" y="1996200"/>
                  <a:ext cx="646825" cy="173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873" h="6943" fill="none" extrusionOk="0">
                      <a:moveTo>
                        <a:pt x="0" y="1"/>
                      </a:moveTo>
                      <a:lnTo>
                        <a:pt x="25873" y="6942"/>
                      </a:lnTo>
                    </a:path>
                  </a:pathLst>
                </a:custGeom>
                <a:noFill/>
                <a:ln w="14875" cap="flat" cmpd="sng">
                  <a:solidFill>
                    <a:schemeClr val="dk1"/>
                  </a:solidFill>
                  <a:prstDash val="solid"/>
                  <a:miter lim="1190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587" name="Google Shape;587;p25"/>
            <p:cNvGrpSpPr/>
            <p:nvPr/>
          </p:nvGrpSpPr>
          <p:grpSpPr>
            <a:xfrm>
              <a:off x="358702" y="3894614"/>
              <a:ext cx="182866" cy="1073512"/>
              <a:chOff x="1513550" y="551800"/>
              <a:chExt cx="384900" cy="2259550"/>
            </a:xfrm>
          </p:grpSpPr>
          <p:sp>
            <p:nvSpPr>
              <p:cNvPr id="588" name="Google Shape;588;p25"/>
              <p:cNvSpPr/>
              <p:nvPr/>
            </p:nvSpPr>
            <p:spPr>
              <a:xfrm>
                <a:off x="1513550" y="551800"/>
                <a:ext cx="384900" cy="333000"/>
              </a:xfrm>
              <a:prstGeom prst="triangle">
                <a:avLst>
                  <a:gd name="adj" fmla="val 500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589" name="Google Shape;589;p25"/>
              <p:cNvSpPr/>
              <p:nvPr/>
            </p:nvSpPr>
            <p:spPr>
              <a:xfrm>
                <a:off x="1513550" y="937110"/>
                <a:ext cx="384900" cy="333000"/>
              </a:xfrm>
              <a:prstGeom prst="triangle">
                <a:avLst>
                  <a:gd name="adj" fmla="val 500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590" name="Google Shape;590;p25"/>
              <p:cNvSpPr/>
              <p:nvPr/>
            </p:nvSpPr>
            <p:spPr>
              <a:xfrm>
                <a:off x="1513550" y="1322420"/>
                <a:ext cx="384900" cy="333000"/>
              </a:xfrm>
              <a:prstGeom prst="triangle">
                <a:avLst>
                  <a:gd name="adj" fmla="val 500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591" name="Google Shape;591;p25"/>
              <p:cNvSpPr/>
              <p:nvPr/>
            </p:nvSpPr>
            <p:spPr>
              <a:xfrm>
                <a:off x="1513550" y="1707730"/>
                <a:ext cx="384900" cy="333000"/>
              </a:xfrm>
              <a:prstGeom prst="triangle">
                <a:avLst>
                  <a:gd name="adj" fmla="val 500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592" name="Google Shape;592;p25"/>
              <p:cNvSpPr/>
              <p:nvPr/>
            </p:nvSpPr>
            <p:spPr>
              <a:xfrm>
                <a:off x="1513550" y="2093040"/>
                <a:ext cx="384900" cy="333000"/>
              </a:xfrm>
              <a:prstGeom prst="triangle">
                <a:avLst>
                  <a:gd name="adj" fmla="val 500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593" name="Google Shape;593;p25"/>
              <p:cNvSpPr/>
              <p:nvPr/>
            </p:nvSpPr>
            <p:spPr>
              <a:xfrm>
                <a:off x="1513550" y="2478350"/>
                <a:ext cx="384900" cy="333000"/>
              </a:xfrm>
              <a:prstGeom prst="triangle">
                <a:avLst>
                  <a:gd name="adj" fmla="val 500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</p:grpSp>
    </p:spTree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Darker Grotesque"/>
              <a:buNone/>
              <a:defRPr sz="4000" b="1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Darker Grotesque"/>
              <a:buNone/>
              <a:defRPr sz="4000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Darker Grotesque"/>
              <a:buNone/>
              <a:defRPr sz="4000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Darker Grotesque"/>
              <a:buNone/>
              <a:defRPr sz="4000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Darker Grotesque"/>
              <a:buNone/>
              <a:defRPr sz="4000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Darker Grotesque"/>
              <a:buNone/>
              <a:defRPr sz="4000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Darker Grotesque"/>
              <a:buNone/>
              <a:defRPr sz="4000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Darker Grotesque"/>
              <a:buNone/>
              <a:defRPr sz="4000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Darker Grotesque"/>
              <a:buNone/>
              <a:defRPr sz="4000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●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04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○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04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■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04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●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04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○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04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■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04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●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04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○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048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200"/>
              <a:buFont typeface="Open Sans"/>
              <a:buChar char="■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3" r:id="rId3"/>
    <p:sldLayoutId id="2147483654" r:id="rId4"/>
    <p:sldLayoutId id="2147483655" r:id="rId5"/>
    <p:sldLayoutId id="2147483656" r:id="rId6"/>
    <p:sldLayoutId id="2147483658" r:id="rId7"/>
    <p:sldLayoutId id="2147483660" r:id="rId8"/>
    <p:sldLayoutId id="2147483662" r:id="rId9"/>
    <p:sldLayoutId id="2147483669" r:id="rId10"/>
    <p:sldLayoutId id="2147483670" r:id="rId11"/>
    <p:sldLayoutId id="2147483671" r:id="rId12"/>
  </p:sldLayoutIdLst>
  <p:transition>
    <p:fade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8.xml"/><Relationship Id="rId1" Type="http://schemas.openxmlformats.org/officeDocument/2006/relationships/video" Target="file:///C:\Users\Olaf\Desktop\filmik.mp4" TargetMode="External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p29"/>
          <p:cNvSpPr txBox="1">
            <a:spLocks noGrp="1"/>
          </p:cNvSpPr>
          <p:nvPr>
            <p:ph type="ctrTitle"/>
          </p:nvPr>
        </p:nvSpPr>
        <p:spPr>
          <a:xfrm>
            <a:off x="71406" y="1000114"/>
            <a:ext cx="5865000" cy="1943024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 algn="l"/>
            <a:r>
              <a:rPr lang="pl-PL" sz="5400" dirty="0" smtClean="0"/>
              <a:t>Aplikacja webowa</a:t>
            </a:r>
            <a:br>
              <a:rPr lang="pl-PL" sz="5400" dirty="0" smtClean="0"/>
            </a:br>
            <a:r>
              <a:rPr lang="pl-PL" sz="5400" dirty="0" smtClean="0"/>
              <a:t>do zarządzania projektami</a:t>
            </a:r>
            <a:endParaRPr sz="5400" b="0"/>
          </a:p>
        </p:txBody>
      </p:sp>
      <p:sp>
        <p:nvSpPr>
          <p:cNvPr id="605" name="Google Shape;605;p29"/>
          <p:cNvSpPr txBox="1">
            <a:spLocks noGrp="1"/>
          </p:cNvSpPr>
          <p:nvPr>
            <p:ph type="subTitle" idx="1"/>
          </p:nvPr>
        </p:nvSpPr>
        <p:spPr>
          <a:xfrm>
            <a:off x="142844" y="2857502"/>
            <a:ext cx="2571768" cy="102466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l-PL" dirty="0" smtClean="0">
                <a:latin typeface="Open Sans" charset="0"/>
                <a:ea typeface="Open Sans" charset="0"/>
                <a:cs typeface="Open Sans" charset="0"/>
              </a:rPr>
              <a:t>13.06.2024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l-PL" dirty="0" smtClean="0">
                <a:latin typeface="Open Sans" charset="0"/>
                <a:ea typeface="Open Sans" charset="0"/>
                <a:cs typeface="Open Sans" charset="0"/>
              </a:rPr>
              <a:t>Raport podsumowujący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l-PL" dirty="0" smtClean="0">
                <a:latin typeface="Open Sans" charset="0"/>
                <a:ea typeface="Open Sans" charset="0"/>
                <a:cs typeface="Open Sans" charset="0"/>
              </a:rPr>
              <a:t>Olaf Gniewczyński</a:t>
            </a:r>
            <a:endParaRPr>
              <a:latin typeface="Open Sans" charset="0"/>
              <a:ea typeface="Open Sans" charset="0"/>
              <a:cs typeface="Open Sans" charset="0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Google Shape;636;p32"/>
          <p:cNvSpPr txBox="1">
            <a:spLocks noGrp="1"/>
          </p:cNvSpPr>
          <p:nvPr>
            <p:ph type="title"/>
          </p:nvPr>
        </p:nvSpPr>
        <p:spPr>
          <a:xfrm>
            <a:off x="714348" y="642924"/>
            <a:ext cx="750099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4800" dirty="0" smtClean="0"/>
              <a:t>Członkowie zespołu</a:t>
            </a:r>
            <a:endParaRPr sz="4800" b="0"/>
          </a:p>
        </p:txBody>
      </p:sp>
      <p:sp>
        <p:nvSpPr>
          <p:cNvPr id="637" name="Google Shape;637;p32"/>
          <p:cNvSpPr txBox="1">
            <a:spLocks noGrp="1"/>
          </p:cNvSpPr>
          <p:nvPr>
            <p:ph type="subTitle" idx="1"/>
          </p:nvPr>
        </p:nvSpPr>
        <p:spPr>
          <a:xfrm>
            <a:off x="785786" y="1285866"/>
            <a:ext cx="6500858" cy="271464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28600" lvl="0" indent="-228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+mj-lt"/>
              <a:buAutoNum type="arabicPeriod"/>
            </a:pPr>
            <a:endParaRPr lang="pl-PL" sz="1400" dirty="0" smtClean="0">
              <a:latin typeface="Open Sans" charset="0"/>
              <a:ea typeface="Open Sans" charset="0"/>
              <a:cs typeface="Open Sans" charset="0"/>
            </a:endParaRPr>
          </a:p>
          <a:p>
            <a:pPr marL="228600" lvl="0" indent="-228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+mj-lt"/>
              <a:buAutoNum type="arabicPeriod"/>
            </a:pPr>
            <a:endParaRPr>
              <a:latin typeface="Open Sans" charset="0"/>
              <a:ea typeface="Open Sans" charset="0"/>
              <a:cs typeface="Open Sans" charset="0"/>
            </a:endParaRPr>
          </a:p>
        </p:txBody>
      </p:sp>
      <p:sp>
        <p:nvSpPr>
          <p:cNvPr id="6" name="pole tekstowe 5"/>
          <p:cNvSpPr txBox="1"/>
          <p:nvPr/>
        </p:nvSpPr>
        <p:spPr>
          <a:xfrm>
            <a:off x="714348" y="1714494"/>
            <a:ext cx="4076757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3600" dirty="0" smtClean="0">
                <a:latin typeface="Open Sans" charset="0"/>
                <a:ea typeface="Open Sans" charset="0"/>
                <a:cs typeface="Open Sans" charset="0"/>
              </a:rPr>
              <a:t>Olaf Gniewczyński</a:t>
            </a:r>
          </a:p>
          <a:p>
            <a:r>
              <a:rPr lang="pl-PL" sz="3600" dirty="0" smtClean="0">
                <a:latin typeface="Open Sans" charset="0"/>
                <a:ea typeface="Open Sans" charset="0"/>
                <a:cs typeface="Open Sans" charset="0"/>
              </a:rPr>
              <a:t>Agata Biały</a:t>
            </a:r>
          </a:p>
          <a:p>
            <a:r>
              <a:rPr lang="pl-PL" sz="3600" dirty="0" smtClean="0">
                <a:latin typeface="Open Sans" charset="0"/>
                <a:ea typeface="Open Sans" charset="0"/>
                <a:cs typeface="Open Sans" charset="0"/>
              </a:rPr>
              <a:t>Dawid </a:t>
            </a:r>
            <a:r>
              <a:rPr lang="pl-PL" sz="3600" dirty="0" err="1" smtClean="0">
                <a:latin typeface="Open Sans" charset="0"/>
                <a:ea typeface="Open Sans" charset="0"/>
                <a:cs typeface="Open Sans" charset="0"/>
              </a:rPr>
              <a:t>Ciepko</a:t>
            </a:r>
            <a:endParaRPr lang="pl-PL" sz="3600" dirty="0" smtClean="0">
              <a:latin typeface="Open Sans" charset="0"/>
              <a:ea typeface="Open Sans" charset="0"/>
              <a:cs typeface="Open Sans" charset="0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odtytuł 3"/>
          <p:cNvSpPr>
            <a:spLocks noGrp="1"/>
          </p:cNvSpPr>
          <p:nvPr>
            <p:ph type="subTitle" idx="1"/>
          </p:nvPr>
        </p:nvSpPr>
        <p:spPr>
          <a:xfrm>
            <a:off x="785786" y="214296"/>
            <a:ext cx="5357850" cy="520001"/>
          </a:xfrm>
        </p:spPr>
        <p:txBody>
          <a:bodyPr/>
          <a:lstStyle/>
          <a:p>
            <a:pPr algn="l"/>
            <a:r>
              <a:rPr lang="pl-PL" dirty="0" smtClean="0"/>
              <a:t>Cel projektu</a:t>
            </a:r>
            <a:endParaRPr lang="pl-PL" dirty="0"/>
          </a:p>
        </p:txBody>
      </p:sp>
      <p:sp>
        <p:nvSpPr>
          <p:cNvPr id="3" name="pole tekstowe 2"/>
          <p:cNvSpPr txBox="1"/>
          <p:nvPr/>
        </p:nvSpPr>
        <p:spPr>
          <a:xfrm>
            <a:off x="1000100" y="1142990"/>
            <a:ext cx="7072362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800" dirty="0" smtClean="0">
                <a:latin typeface="Bodoni MT" pitchFamily="18" charset="0"/>
                <a:ea typeface="Open Sans" charset="0"/>
                <a:cs typeface="Open Sans" charset="0"/>
              </a:rPr>
              <a:t> Stworzenie aplikacji webowej do zarządzania projektami, które pomoże ludziom lepiej zarządzać swoimi projektami. Chcemy stworzyć platformę, która umożliwi łatwe planowanie, śledzenie postępu prac, zarządzanie zasobami oraz komunikację w zespole. Taka aplikacja pozwoliłaby na usprawnienie pracy ludzi, zwiększenie efektywności działań i poprawę koordynacji projektów, co przyczyni się do osiągnięcia lepszych rezultatów w realizacji celów.</a:t>
            </a:r>
          </a:p>
          <a:p>
            <a:endParaRPr lang="pl-PL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Google Shape;643;p33"/>
          <p:cNvSpPr txBox="1">
            <a:spLocks noGrp="1"/>
          </p:cNvSpPr>
          <p:nvPr>
            <p:ph type="title"/>
          </p:nvPr>
        </p:nvSpPr>
        <p:spPr>
          <a:xfrm>
            <a:off x="0" y="0"/>
            <a:ext cx="7858148" cy="1357304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pl-PL" dirty="0" smtClean="0"/>
              <a:t>Spełnione wymagania </a:t>
            </a:r>
            <a:endParaRPr b="0"/>
          </a:p>
        </p:txBody>
      </p:sp>
      <p:sp>
        <p:nvSpPr>
          <p:cNvPr id="5" name="pole tekstowe 4"/>
          <p:cNvSpPr txBox="1"/>
          <p:nvPr/>
        </p:nvSpPr>
        <p:spPr>
          <a:xfrm>
            <a:off x="142844" y="1142990"/>
            <a:ext cx="8448147" cy="35394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pl-PL" b="1" dirty="0" smtClean="0">
                <a:solidFill>
                  <a:schemeClr val="tx1"/>
                </a:solidFill>
                <a:latin typeface="Open Sans" charset="0"/>
                <a:ea typeface="Open Sans" charset="0"/>
                <a:cs typeface="Open Sans" charset="0"/>
              </a:rPr>
              <a:t>CRUD użytkowników: Umożliwia dodawanie, odczytywanie,</a:t>
            </a:r>
          </a:p>
          <a:p>
            <a:r>
              <a:rPr lang="pl-PL" b="1" dirty="0" smtClean="0">
                <a:solidFill>
                  <a:schemeClr val="tx1"/>
                </a:solidFill>
                <a:latin typeface="Open Sans" charset="0"/>
                <a:ea typeface="Open Sans" charset="0"/>
                <a:cs typeface="Open Sans" charset="0"/>
              </a:rPr>
              <a:t>  aktualizację i usuwanie danych użytkowników.</a:t>
            </a:r>
          </a:p>
          <a:p>
            <a:endParaRPr lang="pl-PL" b="1" dirty="0" smtClean="0">
              <a:solidFill>
                <a:schemeClr val="tx1"/>
              </a:solidFill>
              <a:latin typeface="Open Sans" charset="0"/>
              <a:ea typeface="Open Sans" charset="0"/>
              <a:cs typeface="Open Sans" charset="0"/>
            </a:endParaRPr>
          </a:p>
          <a:p>
            <a:pPr>
              <a:buFont typeface="Arial" pitchFamily="34" charset="0"/>
              <a:buChar char="•"/>
            </a:pPr>
            <a:r>
              <a:rPr lang="pl-PL" b="1" dirty="0" smtClean="0">
                <a:solidFill>
                  <a:schemeClr val="tx1"/>
                </a:solidFill>
                <a:latin typeface="Open Sans" charset="0"/>
                <a:ea typeface="Open Sans" charset="0"/>
                <a:cs typeface="Open Sans" charset="0"/>
              </a:rPr>
              <a:t> Stworzyć własny projekt: Umożliwia użytkownikom tworzenie własnych projektów</a:t>
            </a:r>
          </a:p>
          <a:p>
            <a:r>
              <a:rPr lang="pl-PL" b="1" dirty="0" smtClean="0">
                <a:solidFill>
                  <a:schemeClr val="tx1"/>
                </a:solidFill>
                <a:latin typeface="Open Sans" charset="0"/>
                <a:ea typeface="Open Sans" charset="0"/>
                <a:cs typeface="Open Sans" charset="0"/>
              </a:rPr>
              <a:t>  z opisem, nazwą, listą członków oraz datą rozpoczęcia i zakończenia prac.</a:t>
            </a:r>
          </a:p>
          <a:p>
            <a:r>
              <a:rPr lang="pl-PL" b="1" dirty="0" smtClean="0">
                <a:solidFill>
                  <a:schemeClr val="tx1"/>
                </a:solidFill>
                <a:latin typeface="Open Sans" charset="0"/>
                <a:ea typeface="Open Sans" charset="0"/>
                <a:cs typeface="Open Sans" charset="0"/>
              </a:rPr>
              <a:t>  Zapewnia CRUD na projektach oraz możliwość ustawiania ich statusu.</a:t>
            </a:r>
          </a:p>
          <a:p>
            <a:r>
              <a:rPr lang="pl-PL" b="1" dirty="0" smtClean="0">
                <a:solidFill>
                  <a:schemeClr val="tx1"/>
                </a:solidFill>
                <a:latin typeface="Open Sans" charset="0"/>
                <a:ea typeface="Open Sans" charset="0"/>
                <a:cs typeface="Open Sans" charset="0"/>
              </a:rPr>
              <a:t>  Wprowadza rolę administratora projektu dla zarządzania danymi projektu.</a:t>
            </a:r>
          </a:p>
          <a:p>
            <a:endParaRPr lang="pl-PL" b="1" dirty="0" smtClean="0">
              <a:solidFill>
                <a:schemeClr val="tx1"/>
              </a:solidFill>
              <a:latin typeface="Open Sans" charset="0"/>
              <a:ea typeface="Open Sans" charset="0"/>
              <a:cs typeface="Open Sans" charset="0"/>
            </a:endParaRPr>
          </a:p>
          <a:p>
            <a:pPr>
              <a:buFont typeface="Arial" pitchFamily="34" charset="0"/>
              <a:buChar char="•"/>
            </a:pPr>
            <a:r>
              <a:rPr lang="pl-PL" b="1" dirty="0" smtClean="0">
                <a:solidFill>
                  <a:schemeClr val="tx1"/>
                </a:solidFill>
                <a:latin typeface="Open Sans" charset="0"/>
                <a:ea typeface="Open Sans" charset="0"/>
                <a:cs typeface="Open Sans" charset="0"/>
              </a:rPr>
              <a:t> Zarządzanie </a:t>
            </a:r>
            <a:r>
              <a:rPr lang="pl-PL" b="1" dirty="0" err="1" smtClean="0">
                <a:solidFill>
                  <a:schemeClr val="tx1"/>
                </a:solidFill>
                <a:latin typeface="Open Sans" charset="0"/>
                <a:ea typeface="Open Sans" charset="0"/>
                <a:cs typeface="Open Sans" charset="0"/>
              </a:rPr>
              <a:t>taskami</a:t>
            </a:r>
            <a:r>
              <a:rPr lang="pl-PL" b="1" dirty="0" smtClean="0">
                <a:solidFill>
                  <a:schemeClr val="tx1"/>
                </a:solidFill>
                <a:latin typeface="Open Sans" charset="0"/>
                <a:ea typeface="Open Sans" charset="0"/>
                <a:cs typeface="Open Sans" charset="0"/>
              </a:rPr>
              <a:t>: Umożliwia dodawanie, odczytywanie, aktualizację i usuwanie </a:t>
            </a:r>
            <a:r>
              <a:rPr lang="pl-PL" b="1" dirty="0" err="1" smtClean="0">
                <a:solidFill>
                  <a:schemeClr val="tx1"/>
                </a:solidFill>
                <a:latin typeface="Open Sans" charset="0"/>
                <a:ea typeface="Open Sans" charset="0"/>
                <a:cs typeface="Open Sans" charset="0"/>
              </a:rPr>
              <a:t>tasków</a:t>
            </a:r>
            <a:endParaRPr lang="pl-PL" b="1" dirty="0" smtClean="0">
              <a:solidFill>
                <a:schemeClr val="tx1"/>
              </a:solidFill>
              <a:latin typeface="Open Sans" charset="0"/>
              <a:ea typeface="Open Sans" charset="0"/>
              <a:cs typeface="Open Sans" charset="0"/>
            </a:endParaRPr>
          </a:p>
          <a:p>
            <a:r>
              <a:rPr lang="pl-PL" b="1" dirty="0" smtClean="0">
                <a:solidFill>
                  <a:schemeClr val="tx1"/>
                </a:solidFill>
                <a:latin typeface="Open Sans" charset="0"/>
                <a:ea typeface="Open Sans" charset="0"/>
                <a:cs typeface="Open Sans" charset="0"/>
              </a:rPr>
              <a:t>  w ramach projektów. Pozwala na przypisywanie i odłączanie użytkowników do zadań. </a:t>
            </a:r>
          </a:p>
          <a:p>
            <a:r>
              <a:rPr lang="pl-PL" b="1" dirty="0" smtClean="0">
                <a:solidFill>
                  <a:schemeClr val="tx1"/>
                </a:solidFill>
                <a:latin typeface="Open Sans" charset="0"/>
                <a:ea typeface="Open Sans" charset="0"/>
                <a:cs typeface="Open Sans" charset="0"/>
              </a:rPr>
              <a:t> Zapewnia informacje o nazwie, dacie, identyfikatorze, projekcie, statusie i opisie taska.</a:t>
            </a:r>
          </a:p>
          <a:p>
            <a:endParaRPr lang="pl-PL" b="1" dirty="0" smtClean="0">
              <a:solidFill>
                <a:schemeClr val="tx1"/>
              </a:solidFill>
              <a:latin typeface="Open Sans" charset="0"/>
              <a:ea typeface="Open Sans" charset="0"/>
              <a:cs typeface="Open Sans" charset="0"/>
            </a:endParaRPr>
          </a:p>
          <a:p>
            <a:pPr>
              <a:buFont typeface="Arial" pitchFamily="34" charset="0"/>
              <a:buChar char="•"/>
            </a:pPr>
            <a:r>
              <a:rPr lang="pl-PL" b="1" dirty="0" smtClean="0">
                <a:solidFill>
                  <a:schemeClr val="tx1"/>
                </a:solidFill>
                <a:latin typeface="Open Sans" charset="0"/>
                <a:ea typeface="Open Sans" charset="0"/>
                <a:cs typeface="Open Sans" charset="0"/>
              </a:rPr>
              <a:t> </a:t>
            </a:r>
            <a:r>
              <a:rPr lang="pl-PL" b="1" dirty="0" err="1" smtClean="0">
                <a:solidFill>
                  <a:schemeClr val="tx1"/>
                </a:solidFill>
                <a:latin typeface="Open Sans" charset="0"/>
                <a:ea typeface="Open Sans" charset="0"/>
                <a:cs typeface="Open Sans" charset="0"/>
              </a:rPr>
              <a:t>Authorization</a:t>
            </a:r>
            <a:r>
              <a:rPr lang="pl-PL" b="1" dirty="0" smtClean="0">
                <a:solidFill>
                  <a:schemeClr val="tx1"/>
                </a:solidFill>
                <a:latin typeface="Open Sans" charset="0"/>
                <a:ea typeface="Open Sans" charset="0"/>
                <a:cs typeface="Open Sans" charset="0"/>
              </a:rPr>
              <a:t>/</a:t>
            </a:r>
            <a:r>
              <a:rPr lang="pl-PL" b="1" dirty="0" err="1" smtClean="0">
                <a:solidFill>
                  <a:schemeClr val="tx1"/>
                </a:solidFill>
                <a:latin typeface="Open Sans" charset="0"/>
                <a:ea typeface="Open Sans" charset="0"/>
                <a:cs typeface="Open Sans" charset="0"/>
              </a:rPr>
              <a:t>authentication</a:t>
            </a:r>
            <a:r>
              <a:rPr lang="pl-PL" b="1" dirty="0" smtClean="0">
                <a:solidFill>
                  <a:schemeClr val="tx1"/>
                </a:solidFill>
                <a:latin typeface="Open Sans" charset="0"/>
                <a:ea typeface="Open Sans" charset="0"/>
                <a:cs typeface="Open Sans" charset="0"/>
              </a:rPr>
              <a:t>: Zapewnia mechanizmy uwierzytelniania i autoryzacji,</a:t>
            </a:r>
          </a:p>
          <a:p>
            <a:r>
              <a:rPr lang="pl-PL" b="1" dirty="0" smtClean="0">
                <a:solidFill>
                  <a:schemeClr val="tx1"/>
                </a:solidFill>
                <a:latin typeface="Open Sans" charset="0"/>
                <a:ea typeface="Open Sans" charset="0"/>
                <a:cs typeface="Open Sans" charset="0"/>
              </a:rPr>
              <a:t>obejmujące logowanie i rejestrację użytkowników.</a:t>
            </a:r>
          </a:p>
          <a:p>
            <a:r>
              <a:rPr lang="pl-PL" b="1" dirty="0" smtClean="0">
                <a:solidFill>
                  <a:schemeClr val="tx1"/>
                </a:solidFill>
                <a:latin typeface="Open Sans" charset="0"/>
                <a:ea typeface="Open Sans" charset="0"/>
                <a:cs typeface="Open Sans" charset="0"/>
              </a:rPr>
              <a:t>Wprowadza funkcje logowania i </a:t>
            </a:r>
            <a:r>
              <a:rPr lang="pl-PL" b="1" dirty="0" err="1" smtClean="0">
                <a:solidFill>
                  <a:schemeClr val="tx1"/>
                </a:solidFill>
                <a:latin typeface="Open Sans" charset="0"/>
                <a:ea typeface="Open Sans" charset="0"/>
                <a:cs typeface="Open Sans" charset="0"/>
              </a:rPr>
              <a:t>wylogowywania</a:t>
            </a:r>
            <a:r>
              <a:rPr lang="pl-PL" b="1" dirty="0" smtClean="0">
                <a:solidFill>
                  <a:schemeClr val="tx1"/>
                </a:solidFill>
                <a:latin typeface="Open Sans" charset="0"/>
                <a:ea typeface="Open Sans" charset="0"/>
                <a:cs typeface="Open Sans" charset="0"/>
              </a:rPr>
              <a:t>.</a:t>
            </a:r>
          </a:p>
          <a:p>
            <a:endParaRPr lang="pl-PL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Google Shape;636;p32"/>
          <p:cNvSpPr txBox="1">
            <a:spLocks noGrp="1"/>
          </p:cNvSpPr>
          <p:nvPr>
            <p:ph type="title"/>
          </p:nvPr>
        </p:nvSpPr>
        <p:spPr>
          <a:xfrm>
            <a:off x="714348" y="642924"/>
            <a:ext cx="5045909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4400" dirty="0" smtClean="0"/>
              <a:t>Wykonane zadania</a:t>
            </a:r>
            <a:endParaRPr sz="4400" b="0"/>
          </a:p>
        </p:txBody>
      </p:sp>
      <p:pic>
        <p:nvPicPr>
          <p:cNvPr id="14" name="Obraz 13" descr="t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910" y="1214428"/>
            <a:ext cx="1853134" cy="3286148"/>
          </a:xfrm>
          <a:prstGeom prst="rect">
            <a:avLst/>
          </a:prstGeom>
        </p:spPr>
      </p:pic>
      <p:pic>
        <p:nvPicPr>
          <p:cNvPr id="15" name="Obraz 14" descr="t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14612" y="1214428"/>
            <a:ext cx="1722992" cy="3214710"/>
          </a:xfrm>
          <a:prstGeom prst="rect">
            <a:avLst/>
          </a:prstGeom>
        </p:spPr>
      </p:pic>
      <p:pic>
        <p:nvPicPr>
          <p:cNvPr id="16" name="Obraz 15" descr="t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43438" y="1214428"/>
            <a:ext cx="1654289" cy="3286148"/>
          </a:xfrm>
          <a:prstGeom prst="rect">
            <a:avLst/>
          </a:prstGeom>
        </p:spPr>
      </p:pic>
      <p:pic>
        <p:nvPicPr>
          <p:cNvPr id="17" name="Obraz 16" descr="t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00826" y="1214428"/>
            <a:ext cx="1676606" cy="3286148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Google Shape;636;p32"/>
          <p:cNvSpPr txBox="1">
            <a:spLocks noGrp="1"/>
          </p:cNvSpPr>
          <p:nvPr>
            <p:ph type="title"/>
          </p:nvPr>
        </p:nvSpPr>
        <p:spPr>
          <a:xfrm>
            <a:off x="714348" y="642924"/>
            <a:ext cx="5045909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4400" dirty="0" smtClean="0"/>
              <a:t>Wykonane zadania</a:t>
            </a:r>
            <a:endParaRPr sz="4400" b="0"/>
          </a:p>
        </p:txBody>
      </p:sp>
      <p:pic>
        <p:nvPicPr>
          <p:cNvPr id="14" name="Obraz 13" descr="t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744" y="1214428"/>
            <a:ext cx="1637466" cy="3286148"/>
          </a:xfrm>
          <a:prstGeom prst="rect">
            <a:avLst/>
          </a:prstGeom>
        </p:spPr>
      </p:pic>
      <p:pic>
        <p:nvPicPr>
          <p:cNvPr id="15" name="Obraz 14" descr="t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14612" y="1264577"/>
            <a:ext cx="1722992" cy="3114411"/>
          </a:xfrm>
          <a:prstGeom prst="rect">
            <a:avLst/>
          </a:prstGeom>
        </p:spPr>
      </p:pic>
      <p:pic>
        <p:nvPicPr>
          <p:cNvPr id="16" name="Obraz 15" descr="t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43438" y="1231540"/>
            <a:ext cx="1654289" cy="3251924"/>
          </a:xfrm>
          <a:prstGeom prst="rect">
            <a:avLst/>
          </a:prstGeom>
        </p:spPr>
      </p:pic>
      <p:pic>
        <p:nvPicPr>
          <p:cNvPr id="17" name="Obraz 16" descr="t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02144" y="1214428"/>
            <a:ext cx="1673969" cy="3286148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Google Shape;636;p32"/>
          <p:cNvSpPr txBox="1">
            <a:spLocks noGrp="1"/>
          </p:cNvSpPr>
          <p:nvPr>
            <p:ph type="title"/>
          </p:nvPr>
        </p:nvSpPr>
        <p:spPr>
          <a:xfrm>
            <a:off x="642910" y="142858"/>
            <a:ext cx="5045909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4400" dirty="0" smtClean="0"/>
              <a:t>Wykonane zadania</a:t>
            </a:r>
            <a:endParaRPr sz="4400" b="0"/>
          </a:p>
        </p:txBody>
      </p:sp>
      <p:pic>
        <p:nvPicPr>
          <p:cNvPr id="14" name="Obraz 13" descr="t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472" y="928676"/>
            <a:ext cx="1490163" cy="3000396"/>
          </a:xfrm>
          <a:prstGeom prst="rect">
            <a:avLst/>
          </a:prstGeom>
        </p:spPr>
      </p:pic>
      <p:pic>
        <p:nvPicPr>
          <p:cNvPr id="15" name="Obraz 14" descr="t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5984" y="1285866"/>
            <a:ext cx="1529203" cy="2786082"/>
          </a:xfrm>
          <a:prstGeom prst="rect">
            <a:avLst/>
          </a:prstGeom>
        </p:spPr>
      </p:pic>
      <p:pic>
        <p:nvPicPr>
          <p:cNvPr id="16" name="Obraz 15" descr="t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00496" y="1714494"/>
            <a:ext cx="1496100" cy="2716074"/>
          </a:xfrm>
          <a:prstGeom prst="rect">
            <a:avLst/>
          </a:prstGeom>
        </p:spPr>
      </p:pic>
      <p:pic>
        <p:nvPicPr>
          <p:cNvPr id="17" name="Obraz 16" descr="t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8" y="1428742"/>
            <a:ext cx="1473618" cy="2816916"/>
          </a:xfrm>
          <a:prstGeom prst="rect">
            <a:avLst/>
          </a:prstGeom>
        </p:spPr>
      </p:pic>
      <p:pic>
        <p:nvPicPr>
          <p:cNvPr id="7" name="Obraz 6" descr="t13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29520" y="1000114"/>
            <a:ext cx="1409597" cy="2786082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odtytuł 3"/>
          <p:cNvSpPr>
            <a:spLocks noGrp="1"/>
          </p:cNvSpPr>
          <p:nvPr>
            <p:ph type="subTitle" idx="1"/>
          </p:nvPr>
        </p:nvSpPr>
        <p:spPr>
          <a:xfrm>
            <a:off x="785786" y="214296"/>
            <a:ext cx="5357850" cy="520001"/>
          </a:xfrm>
        </p:spPr>
        <p:txBody>
          <a:bodyPr/>
          <a:lstStyle/>
          <a:p>
            <a:pPr algn="l"/>
            <a:r>
              <a:rPr lang="pl-PL" b="1" dirty="0" smtClean="0"/>
              <a:t>Prezentacja Aplikacji</a:t>
            </a:r>
            <a:endParaRPr lang="pl-PL" b="1" dirty="0"/>
          </a:p>
        </p:txBody>
      </p:sp>
      <p:pic>
        <p:nvPicPr>
          <p:cNvPr id="3" name="filmik.mp4">
            <a:hlinkClick r:id="" action="ppaction://media"/>
          </p:cNvPr>
          <p:cNvPicPr>
            <a:picLocks noRot="1" noChangeAspect="1"/>
          </p:cNvPicPr>
          <p:nvPr>
            <a:videoFile r:link="rId1"/>
          </p:nvPr>
        </p:nvPicPr>
        <p:blipFill>
          <a:blip r:embed="rId4"/>
          <a:stretch>
            <a:fillRect/>
          </a:stretch>
        </p:blipFill>
        <p:spPr>
          <a:xfrm>
            <a:off x="2000232" y="1000114"/>
            <a:ext cx="5143536" cy="3429023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video>
              <p:cMediaNode>
                <p:cTn id="7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3" name="Google Shape;873;p47"/>
          <p:cNvSpPr txBox="1">
            <a:spLocks noGrp="1"/>
          </p:cNvSpPr>
          <p:nvPr>
            <p:ph type="title"/>
          </p:nvPr>
        </p:nvSpPr>
        <p:spPr>
          <a:xfrm>
            <a:off x="0" y="142858"/>
            <a:ext cx="9286908" cy="135732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l-PL" b="0" dirty="0" smtClean="0">
                <a:latin typeface="Open Sans" charset="0"/>
                <a:ea typeface="Open Sans" charset="0"/>
                <a:cs typeface="Open Sans" charset="0"/>
              </a:rPr>
              <a:t>Przyszłe możliwości rozwoju</a:t>
            </a:r>
            <a:endParaRPr b="0">
              <a:latin typeface="Open Sans" charset="0"/>
              <a:ea typeface="Open Sans" charset="0"/>
              <a:cs typeface="Open Sans" charset="0"/>
            </a:endParaRPr>
          </a:p>
        </p:txBody>
      </p:sp>
      <p:sp>
        <p:nvSpPr>
          <p:cNvPr id="5" name="pole tekstowe 4"/>
          <p:cNvSpPr txBox="1"/>
          <p:nvPr/>
        </p:nvSpPr>
        <p:spPr>
          <a:xfrm>
            <a:off x="142844" y="1142990"/>
            <a:ext cx="9072625" cy="38779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600" b="1" dirty="0" smtClean="0">
                <a:latin typeface="Open Sans" charset="0"/>
                <a:ea typeface="Open Sans" charset="0"/>
                <a:cs typeface="Open Sans" charset="0"/>
              </a:rPr>
              <a:t>1. Integracja z Sztuczną </a:t>
            </a:r>
            <a:r>
              <a:rPr lang="pl-PL" sz="1600" b="1" dirty="0" smtClean="0">
                <a:latin typeface="Open Sans" charset="0"/>
                <a:ea typeface="Open Sans" charset="0"/>
                <a:cs typeface="Open Sans" charset="0"/>
              </a:rPr>
              <a:t>Inteligencją</a:t>
            </a:r>
            <a:endParaRPr lang="pl-PL" sz="1600" b="1" dirty="0" smtClean="0">
              <a:latin typeface="Open Sans" charset="0"/>
              <a:ea typeface="Open Sans" charset="0"/>
              <a:cs typeface="Open Sans" charset="0"/>
            </a:endParaRPr>
          </a:p>
          <a:p>
            <a:pPr>
              <a:buFont typeface="Arial" pitchFamily="34" charset="0"/>
              <a:buChar char="•"/>
            </a:pPr>
            <a:r>
              <a:rPr lang="pl-PL" dirty="0" smtClean="0">
                <a:latin typeface="Open Sans" charset="0"/>
                <a:ea typeface="Open Sans" charset="0"/>
                <a:cs typeface="Open Sans" charset="0"/>
              </a:rPr>
              <a:t>Algorytmy </a:t>
            </a:r>
            <a:r>
              <a:rPr lang="pl-PL" dirty="0" smtClean="0">
                <a:latin typeface="Open Sans" charset="0"/>
                <a:ea typeface="Open Sans" charset="0"/>
                <a:cs typeface="Open Sans" charset="0"/>
              </a:rPr>
              <a:t>AI mogą analizować dane projektu i proponować następne kroki, które mogą być przydatne.</a:t>
            </a:r>
          </a:p>
          <a:p>
            <a:pPr>
              <a:buFont typeface="Arial" pitchFamily="34" charset="0"/>
              <a:buChar char="•"/>
            </a:pPr>
            <a:r>
              <a:rPr lang="pl-PL" dirty="0" smtClean="0">
                <a:latin typeface="Open Sans" charset="0"/>
                <a:ea typeface="Open Sans" charset="0"/>
                <a:cs typeface="Open Sans" charset="0"/>
              </a:rPr>
              <a:t>AI </a:t>
            </a:r>
            <a:r>
              <a:rPr lang="pl-PL" dirty="0" smtClean="0">
                <a:latin typeface="Open Sans" charset="0"/>
                <a:ea typeface="Open Sans" charset="0"/>
                <a:cs typeface="Open Sans" charset="0"/>
              </a:rPr>
              <a:t>może przewidywać, które zadania mogą wymagać uwagi i wysyłać spersonalizowane powiadomienia.</a:t>
            </a:r>
          </a:p>
          <a:p>
            <a:pPr>
              <a:buFont typeface="Arial" pitchFamily="34" charset="0"/>
              <a:buChar char="•"/>
            </a:pPr>
            <a:r>
              <a:rPr lang="pl-PL" dirty="0" smtClean="0">
                <a:latin typeface="Open Sans" charset="0"/>
                <a:ea typeface="Open Sans" charset="0"/>
                <a:cs typeface="Open Sans" charset="0"/>
              </a:rPr>
              <a:t>Analiza </a:t>
            </a:r>
            <a:r>
              <a:rPr lang="pl-PL" dirty="0" smtClean="0">
                <a:latin typeface="Open Sans" charset="0"/>
                <a:ea typeface="Open Sans" charset="0"/>
                <a:cs typeface="Open Sans" charset="0"/>
              </a:rPr>
              <a:t>komunikacji zespołowej w celu wykrycia problemów w dynamice zespołu lub identyfikacji kluczowych obszarów wymagających uwagi</a:t>
            </a:r>
            <a:r>
              <a:rPr lang="pl-PL" dirty="0" smtClean="0">
                <a:latin typeface="Open Sans" charset="0"/>
                <a:ea typeface="Open Sans" charset="0"/>
                <a:cs typeface="Open Sans" charset="0"/>
              </a:rPr>
              <a:t>.</a:t>
            </a:r>
          </a:p>
          <a:p>
            <a:r>
              <a:rPr lang="pl-PL" sz="1600" b="1" dirty="0" smtClean="0">
                <a:latin typeface="Open Sans" charset="0"/>
                <a:ea typeface="Open Sans" charset="0"/>
                <a:cs typeface="Open Sans" charset="0"/>
              </a:rPr>
              <a:t>2. </a:t>
            </a:r>
            <a:r>
              <a:rPr lang="pl-PL" sz="1600" b="1" dirty="0" smtClean="0">
                <a:latin typeface="Open Sans" charset="0"/>
                <a:ea typeface="Open Sans" charset="0"/>
                <a:cs typeface="Open Sans" charset="0"/>
              </a:rPr>
              <a:t>Zaawansowane analizy i raportowanie</a:t>
            </a:r>
          </a:p>
          <a:p>
            <a:pPr>
              <a:buFont typeface="Arial" pitchFamily="34" charset="0"/>
              <a:buChar char="•"/>
            </a:pPr>
            <a:r>
              <a:rPr lang="pl-PL" dirty="0" smtClean="0">
                <a:latin typeface="Open Sans" charset="0"/>
                <a:ea typeface="Open Sans" charset="0"/>
                <a:cs typeface="Open Sans" charset="0"/>
              </a:rPr>
              <a:t>Interaktywne </a:t>
            </a:r>
            <a:r>
              <a:rPr lang="pl-PL" dirty="0" smtClean="0">
                <a:latin typeface="Open Sans" charset="0"/>
                <a:ea typeface="Open Sans" charset="0"/>
                <a:cs typeface="Open Sans" charset="0"/>
              </a:rPr>
              <a:t>kokpity z zaawansowanymi raportami i analizami w czasie rzeczywistym</a:t>
            </a:r>
            <a:r>
              <a:rPr lang="pl-PL" dirty="0" smtClean="0">
                <a:latin typeface="Open Sans" charset="0"/>
                <a:ea typeface="Open Sans" charset="0"/>
                <a:cs typeface="Open Sans" charset="0"/>
              </a:rPr>
              <a:t>.</a:t>
            </a:r>
          </a:p>
          <a:p>
            <a:r>
              <a:rPr lang="pl-PL" sz="1600" b="1" dirty="0" smtClean="0">
                <a:latin typeface="Open Sans" charset="0"/>
                <a:ea typeface="Open Sans" charset="0"/>
                <a:cs typeface="Open Sans" charset="0"/>
              </a:rPr>
              <a:t>3. </a:t>
            </a:r>
            <a:r>
              <a:rPr lang="pl-PL" sz="1600" b="1" dirty="0" smtClean="0">
                <a:latin typeface="Open Sans" charset="0"/>
                <a:ea typeface="Open Sans" charset="0"/>
                <a:cs typeface="Open Sans" charset="0"/>
              </a:rPr>
              <a:t>Współpraca i komunikacja</a:t>
            </a:r>
          </a:p>
          <a:p>
            <a:pPr>
              <a:buFont typeface="Arial" pitchFamily="34" charset="0"/>
              <a:buChar char="•"/>
            </a:pPr>
            <a:r>
              <a:rPr lang="pl-PL" dirty="0" smtClean="0">
                <a:latin typeface="Open Sans" charset="0"/>
                <a:ea typeface="Open Sans" charset="0"/>
                <a:cs typeface="Open Sans" charset="0"/>
              </a:rPr>
              <a:t>Rozszerzenie </a:t>
            </a:r>
            <a:r>
              <a:rPr lang="pl-PL" dirty="0" smtClean="0">
                <a:latin typeface="Open Sans" charset="0"/>
                <a:ea typeface="Open Sans" charset="0"/>
                <a:cs typeface="Open Sans" charset="0"/>
              </a:rPr>
              <a:t>funkcji komunikacji wewnątrz aplikacji, np. </a:t>
            </a:r>
            <a:r>
              <a:rPr lang="pl-PL" dirty="0" smtClean="0">
                <a:latin typeface="Open Sans" charset="0"/>
                <a:ea typeface="Open Sans" charset="0"/>
                <a:cs typeface="Open Sans" charset="0"/>
              </a:rPr>
              <a:t>chat</a:t>
            </a:r>
            <a:endParaRPr lang="pl-PL" dirty="0" smtClean="0">
              <a:latin typeface="Open Sans" charset="0"/>
              <a:ea typeface="Open Sans" charset="0"/>
              <a:cs typeface="Open Sans" charset="0"/>
            </a:endParaRPr>
          </a:p>
          <a:p>
            <a:r>
              <a:rPr lang="pl-PL" sz="1600" b="1" dirty="0" smtClean="0">
                <a:latin typeface="Open Sans" charset="0"/>
                <a:ea typeface="Open Sans" charset="0"/>
                <a:cs typeface="Open Sans" charset="0"/>
              </a:rPr>
              <a:t>4. </a:t>
            </a:r>
            <a:r>
              <a:rPr lang="pl-PL" sz="1600" b="1" dirty="0" smtClean="0">
                <a:latin typeface="Open Sans" charset="0"/>
                <a:ea typeface="Open Sans" charset="0"/>
                <a:cs typeface="Open Sans" charset="0"/>
              </a:rPr>
              <a:t>Automatyzacja procesów</a:t>
            </a:r>
          </a:p>
          <a:p>
            <a:pPr>
              <a:buFont typeface="Arial" pitchFamily="34" charset="0"/>
              <a:buChar char="•"/>
            </a:pPr>
            <a:r>
              <a:rPr lang="pl-PL" dirty="0" smtClean="0">
                <a:latin typeface="Open Sans" charset="0"/>
                <a:ea typeface="Open Sans" charset="0"/>
                <a:cs typeface="Open Sans" charset="0"/>
              </a:rPr>
              <a:t>Umożliwienie </a:t>
            </a:r>
            <a:r>
              <a:rPr lang="pl-PL" dirty="0" smtClean="0">
                <a:latin typeface="Open Sans" charset="0"/>
                <a:ea typeface="Open Sans" charset="0"/>
                <a:cs typeface="Open Sans" charset="0"/>
              </a:rPr>
              <a:t>użytkownikom tworzenia zautomatyzowanych przepływów pracy, które mogą wykonywać rutynowe zadania bez interwencji człowieka.</a:t>
            </a:r>
          </a:p>
          <a:p>
            <a:pPr>
              <a:buFont typeface="Arial" pitchFamily="34" charset="0"/>
              <a:buChar char="•"/>
            </a:pPr>
            <a:r>
              <a:rPr lang="pl-PL" dirty="0" smtClean="0">
                <a:latin typeface="Open Sans" charset="0"/>
                <a:ea typeface="Open Sans" charset="0"/>
                <a:cs typeface="Open Sans" charset="0"/>
              </a:rPr>
              <a:t>integracja </a:t>
            </a:r>
            <a:r>
              <a:rPr lang="pl-PL" dirty="0" smtClean="0">
                <a:latin typeface="Open Sans" charset="0"/>
                <a:ea typeface="Open Sans" charset="0"/>
                <a:cs typeface="Open Sans" charset="0"/>
              </a:rPr>
              <a:t>z narzędziami Business </a:t>
            </a:r>
            <a:r>
              <a:rPr lang="pl-PL" dirty="0" err="1" smtClean="0">
                <a:latin typeface="Open Sans" charset="0"/>
                <a:ea typeface="Open Sans" charset="0"/>
                <a:cs typeface="Open Sans" charset="0"/>
              </a:rPr>
              <a:t>Intelligence</a:t>
            </a:r>
            <a:r>
              <a:rPr lang="pl-PL" dirty="0" smtClean="0">
                <a:latin typeface="Open Sans" charset="0"/>
                <a:ea typeface="Open Sans" charset="0"/>
                <a:cs typeface="Open Sans" charset="0"/>
              </a:rPr>
              <a:t> (np. Tableau, Power BI).</a:t>
            </a:r>
          </a:p>
          <a:p>
            <a:endParaRPr lang="pl-PL" dirty="0" smtClean="0"/>
          </a:p>
          <a:p>
            <a:endParaRPr lang="pl-PL" dirty="0" smtClean="0"/>
          </a:p>
          <a:p>
            <a:endParaRPr lang="pl-PL" b="1" dirty="0" smtClean="0">
              <a:solidFill>
                <a:schemeClr val="tx1"/>
              </a:solidFill>
              <a:latin typeface="Open Sans" charset="0"/>
              <a:ea typeface="Open Sans" charset="0"/>
              <a:cs typeface="Open Sans" charset="0"/>
            </a:endParaRPr>
          </a:p>
          <a:p>
            <a:endParaRPr lang="pl-PL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2" name="Google Shape;882;p48"/>
          <p:cNvSpPr txBox="1">
            <a:spLocks noGrp="1"/>
          </p:cNvSpPr>
          <p:nvPr>
            <p:ph type="title"/>
          </p:nvPr>
        </p:nvSpPr>
        <p:spPr>
          <a:xfrm>
            <a:off x="2285984" y="1285866"/>
            <a:ext cx="4589100" cy="1293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5400" dirty="0" smtClean="0"/>
              <a:t>Dziękuję za uwagę!</a:t>
            </a:r>
            <a:endParaRPr sz="5400"/>
          </a:p>
        </p:txBody>
      </p:sp>
      <p:sp>
        <p:nvSpPr>
          <p:cNvPr id="883" name="Google Shape;883;p48"/>
          <p:cNvSpPr txBox="1">
            <a:spLocks noGrp="1"/>
          </p:cNvSpPr>
          <p:nvPr>
            <p:ph type="subTitle" idx="1"/>
          </p:nvPr>
        </p:nvSpPr>
        <p:spPr>
          <a:xfrm>
            <a:off x="2285984" y="2714626"/>
            <a:ext cx="4589100" cy="41227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2800" b="1" dirty="0" smtClean="0"/>
              <a:t>Olaf Gniewczyński</a:t>
            </a:r>
            <a:endParaRPr sz="2800"/>
          </a:p>
        </p:txBody>
      </p:sp>
      <p:sp>
        <p:nvSpPr>
          <p:cNvPr id="884" name="Google Shape;884;p48"/>
          <p:cNvSpPr txBox="1"/>
          <p:nvPr/>
        </p:nvSpPr>
        <p:spPr>
          <a:xfrm>
            <a:off x="2496150" y="4202050"/>
            <a:ext cx="4151700" cy="26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Please keep this slide for attribution</a:t>
            </a:r>
            <a:endParaRPr sz="12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Weekly Report Meeting by Slidesgo">
  <a:themeElements>
    <a:clrScheme name="Simple Light">
      <a:dk1>
        <a:srgbClr val="191919"/>
      </a:dk1>
      <a:lt1>
        <a:srgbClr val="F8F8F8"/>
      </a:lt1>
      <a:dk2>
        <a:srgbClr val="4040DC"/>
      </a:dk2>
      <a:lt2>
        <a:srgbClr val="FF3054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19191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339</TotalTime>
  <Words>348</Words>
  <PresentationFormat>Pokaz na ekranie (16:9)</PresentationFormat>
  <Paragraphs>47</Paragraphs>
  <Slides>10</Slides>
  <Notes>10</Notes>
  <HiddenSlides>0</HiddenSlides>
  <MMClips>1</MMClips>
  <ScaleCrop>false</ScaleCrop>
  <HeadingPairs>
    <vt:vector size="6" baseType="variant">
      <vt:variant>
        <vt:lpstr>Używane czcionki</vt:lpstr>
      </vt:variant>
      <vt:variant>
        <vt:i4>6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10</vt:i4>
      </vt:variant>
    </vt:vector>
  </HeadingPairs>
  <TitlesOfParts>
    <vt:vector size="17" baseType="lpstr">
      <vt:lpstr>Arial</vt:lpstr>
      <vt:lpstr>Darker Grotesque</vt:lpstr>
      <vt:lpstr>Open Sans</vt:lpstr>
      <vt:lpstr>Bodoni MT</vt:lpstr>
      <vt:lpstr>Darker Grotesque Black</vt:lpstr>
      <vt:lpstr>Nunito Light</vt:lpstr>
      <vt:lpstr>Weekly Report Meeting by Slidesgo</vt:lpstr>
      <vt:lpstr>Aplikacja webowa do zarządzania projektami</vt:lpstr>
      <vt:lpstr>Członkowie zespołu</vt:lpstr>
      <vt:lpstr>Slajd 3</vt:lpstr>
      <vt:lpstr>Spełnione wymagania </vt:lpstr>
      <vt:lpstr>Wykonane zadania</vt:lpstr>
      <vt:lpstr>Wykonane zadania</vt:lpstr>
      <vt:lpstr>Wykonane zadania</vt:lpstr>
      <vt:lpstr>Slajd 8</vt:lpstr>
      <vt:lpstr>Przyszłe możliwości rozwoju</vt:lpstr>
      <vt:lpstr>Dziękuję za uwagę!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Aplikacja webowa do zarządzania projektami</dc:title>
  <dc:creator>Olaf</dc:creator>
  <cp:lastModifiedBy>Olaf</cp:lastModifiedBy>
  <cp:revision>41</cp:revision>
  <dcterms:modified xsi:type="dcterms:W3CDTF">2024-07-01T12:43:30Z</dcterms:modified>
</cp:coreProperties>
</file>